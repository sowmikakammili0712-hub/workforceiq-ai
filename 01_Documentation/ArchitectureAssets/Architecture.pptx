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B649DB-4E69-4B51-945D-274CFBB03B43}" type="doc">
      <dgm:prSet loTypeId="urn:microsoft.com/office/officeart/2005/8/layout/process1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77F214-296D-4B4B-B502-F20FEC3D68B9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pPr>
            <a:buNone/>
          </a:pPr>
          <a:r>
            <a:rPr lang="en-IN" dirty="0"/>
            <a:t>🐍Python Data Generator</a:t>
          </a:r>
          <a:br>
            <a:rPr lang="en-IN" dirty="0"/>
          </a:br>
          <a:r>
            <a:rPr lang="en-IN" dirty="0"/>
            <a:t>(Faker • Pandas • NumPy)</a:t>
          </a:r>
        </a:p>
      </dgm:t>
    </dgm:pt>
    <dgm:pt modelId="{F89EF27F-94AB-4A0B-B603-E524AF60F7BC}" type="parTrans" cxnId="{38B0AB8B-47C2-45D1-A82C-AB8106867D20}">
      <dgm:prSet/>
      <dgm:spPr/>
      <dgm:t>
        <a:bodyPr/>
        <a:lstStyle/>
        <a:p>
          <a:endParaRPr lang="en-IN"/>
        </a:p>
      </dgm:t>
    </dgm:pt>
    <dgm:pt modelId="{AC5A3F31-B1BB-41C1-929C-0A8817777BC8}" type="sibTrans" cxnId="{38B0AB8B-47C2-45D1-A82C-AB8106867D20}">
      <dgm:prSet/>
      <dgm:spPr/>
      <dgm:t>
        <a:bodyPr/>
        <a:lstStyle/>
        <a:p>
          <a:endParaRPr lang="en-IN"/>
        </a:p>
      </dgm:t>
    </dgm:pt>
    <dgm:pt modelId="{0EC8B2F7-7650-4A8B-9262-F1B8C871A6A3}">
      <dgm:prSet phldrT="[Text]"/>
      <dgm:spPr/>
      <dgm:t>
        <a:bodyPr/>
        <a:lstStyle/>
        <a:p>
          <a:pPr>
            <a:buNone/>
          </a:pPr>
          <a:r>
            <a:rPr lang="en-IN" dirty="0"/>
            <a:t>🗄Synthetic Enterprise Dataset</a:t>
          </a:r>
          <a:br>
            <a:rPr lang="en-IN" dirty="0"/>
          </a:br>
          <a:r>
            <a:rPr lang="en-IN" dirty="0"/>
            <a:t>(Agents • Tickets • Dimensions)</a:t>
          </a:r>
          <a:br>
            <a:rPr lang="en-IN" dirty="0"/>
          </a:br>
          <a:endParaRPr lang="en-IN" dirty="0"/>
        </a:p>
      </dgm:t>
    </dgm:pt>
    <dgm:pt modelId="{749DC58E-F505-491E-8733-14E968ABBD3B}" type="parTrans" cxnId="{62028D49-6582-4DE2-B9C3-0A657FF177F6}">
      <dgm:prSet/>
      <dgm:spPr/>
      <dgm:t>
        <a:bodyPr/>
        <a:lstStyle/>
        <a:p>
          <a:endParaRPr lang="en-IN"/>
        </a:p>
      </dgm:t>
    </dgm:pt>
    <dgm:pt modelId="{E614D688-3D37-4C68-A703-33694733D6A3}" type="sibTrans" cxnId="{62028D49-6582-4DE2-B9C3-0A657FF177F6}">
      <dgm:prSet/>
      <dgm:spPr/>
      <dgm:t>
        <a:bodyPr/>
        <a:lstStyle/>
        <a:p>
          <a:endParaRPr lang="en-IN"/>
        </a:p>
      </dgm:t>
    </dgm:pt>
    <dgm:pt modelId="{2723CAC6-DFD7-4FFA-9E71-FF42ACB90809}">
      <dgm:prSet phldrT="[Text]"/>
      <dgm:spPr>
        <a:solidFill>
          <a:schemeClr val="accent4"/>
        </a:solidFill>
      </dgm:spPr>
      <dgm:t>
        <a:bodyPr/>
        <a:lstStyle/>
        <a:p>
          <a:pPr>
            <a:buNone/>
          </a:pPr>
          <a:r>
            <a:rPr lang="en-IN" dirty="0"/>
            <a:t>⚙Power Query (ETL)</a:t>
          </a:r>
          <a:br>
            <a:rPr lang="en-IN" dirty="0"/>
          </a:br>
          <a:r>
            <a:rPr lang="en-IN" dirty="0"/>
            <a:t>(Cleaning • Transformation • Validation)</a:t>
          </a:r>
        </a:p>
      </dgm:t>
    </dgm:pt>
    <dgm:pt modelId="{9CFFDCE2-5AD0-4E77-A3F8-B41DFC8D60EA}" type="parTrans" cxnId="{8475A5F0-A5EA-44C7-9A9D-F3C8D24A8BEF}">
      <dgm:prSet/>
      <dgm:spPr/>
      <dgm:t>
        <a:bodyPr/>
        <a:lstStyle/>
        <a:p>
          <a:endParaRPr lang="en-IN"/>
        </a:p>
      </dgm:t>
    </dgm:pt>
    <dgm:pt modelId="{F073EE74-0739-42A6-A66E-B062A87AD722}" type="sibTrans" cxnId="{8475A5F0-A5EA-44C7-9A9D-F3C8D24A8BEF}">
      <dgm:prSet/>
      <dgm:spPr/>
      <dgm:t>
        <a:bodyPr/>
        <a:lstStyle/>
        <a:p>
          <a:endParaRPr lang="en-IN"/>
        </a:p>
      </dgm:t>
    </dgm:pt>
    <dgm:pt modelId="{1A9F6E48-69AE-4508-A2C1-B1227783A971}">
      <dgm:prSet phldrT="[Text]"/>
      <dgm:spPr/>
      <dgm:t>
        <a:bodyPr/>
        <a:lstStyle/>
        <a:p>
          <a:pPr>
            <a:buNone/>
          </a:pPr>
          <a:r>
            <a:rPr lang="en-IN" dirty="0"/>
            <a:t>📊 Advanced DAX Engine</a:t>
          </a:r>
          <a:br>
            <a:rPr lang="en-IN" dirty="0"/>
          </a:br>
          <a:r>
            <a:rPr lang="en-IN" dirty="0"/>
            <a:t>(KPIs • Forecasting • AI Rules)</a:t>
          </a:r>
        </a:p>
      </dgm:t>
    </dgm:pt>
    <dgm:pt modelId="{4B3069AC-6D0E-4226-8E40-388A1BC9EA59}" type="parTrans" cxnId="{2A89F374-1153-490D-BA97-09F0CA13CEA4}">
      <dgm:prSet/>
      <dgm:spPr/>
      <dgm:t>
        <a:bodyPr/>
        <a:lstStyle/>
        <a:p>
          <a:endParaRPr lang="en-IN"/>
        </a:p>
      </dgm:t>
    </dgm:pt>
    <dgm:pt modelId="{55E489B9-D536-4795-A73A-C33A5EA22E1A}" type="sibTrans" cxnId="{2A89F374-1153-490D-BA97-09F0CA13CEA4}">
      <dgm:prSet/>
      <dgm:spPr/>
      <dgm:t>
        <a:bodyPr/>
        <a:lstStyle/>
        <a:p>
          <a:endParaRPr lang="en-IN"/>
        </a:p>
      </dgm:t>
    </dgm:pt>
    <dgm:pt modelId="{AF9815D2-4223-49FC-B25E-9DF06160A93D}">
      <dgm:prSet/>
      <dgm:spPr>
        <a:solidFill>
          <a:srgbClr val="7030A0"/>
        </a:solidFill>
      </dgm:spPr>
      <dgm:t>
        <a:bodyPr/>
        <a:lstStyle/>
        <a:p>
          <a:pPr>
            <a:buNone/>
          </a:pPr>
          <a:r>
            <a:rPr lang="en-IN" dirty="0"/>
            <a:t>⭐Star Schema Data Model</a:t>
          </a:r>
          <a:br>
            <a:rPr lang="en-IN" dirty="0"/>
          </a:br>
          <a:r>
            <a:rPr lang="en-IN" dirty="0"/>
            <a:t>(Fact + Dimension Tables)</a:t>
          </a:r>
        </a:p>
      </dgm:t>
    </dgm:pt>
    <dgm:pt modelId="{B7DF8E69-4941-4A39-B155-0F59037EA87C}" type="parTrans" cxnId="{76159D5C-13B9-44BC-A60F-0EEB0392ED41}">
      <dgm:prSet/>
      <dgm:spPr/>
      <dgm:t>
        <a:bodyPr/>
        <a:lstStyle/>
        <a:p>
          <a:endParaRPr lang="en-IN"/>
        </a:p>
      </dgm:t>
    </dgm:pt>
    <dgm:pt modelId="{FC584EEE-BA5A-43E7-A964-6A144E80123E}" type="sibTrans" cxnId="{76159D5C-13B9-44BC-A60F-0EEB0392ED41}">
      <dgm:prSet/>
      <dgm:spPr/>
      <dgm:t>
        <a:bodyPr/>
        <a:lstStyle/>
        <a:p>
          <a:endParaRPr lang="en-IN"/>
        </a:p>
      </dgm:t>
    </dgm:pt>
    <dgm:pt modelId="{57876073-8155-4827-8C1E-F4F0845257BA}" type="pres">
      <dgm:prSet presAssocID="{A3B649DB-4E69-4B51-945D-274CFBB03B43}" presName="Name0" presStyleCnt="0">
        <dgm:presLayoutVars>
          <dgm:dir/>
          <dgm:resizeHandles val="exact"/>
        </dgm:presLayoutVars>
      </dgm:prSet>
      <dgm:spPr/>
    </dgm:pt>
    <dgm:pt modelId="{2CBC5D00-80F4-4074-9DDD-D3F53FAEBB52}" type="pres">
      <dgm:prSet presAssocID="{7677F214-296D-4B4B-B502-F20FEC3D68B9}" presName="node" presStyleLbl="node1" presStyleIdx="0" presStyleCnt="5">
        <dgm:presLayoutVars>
          <dgm:bulletEnabled val="1"/>
        </dgm:presLayoutVars>
      </dgm:prSet>
      <dgm:spPr/>
    </dgm:pt>
    <dgm:pt modelId="{807D137F-2E09-4A3F-B5A1-3766AA063F7D}" type="pres">
      <dgm:prSet presAssocID="{AC5A3F31-B1BB-41C1-929C-0A8817777BC8}" presName="sibTrans" presStyleLbl="sibTrans2D1" presStyleIdx="0" presStyleCnt="4"/>
      <dgm:spPr/>
    </dgm:pt>
    <dgm:pt modelId="{6A026178-38B6-42BB-A16A-D1B644F5BB5F}" type="pres">
      <dgm:prSet presAssocID="{AC5A3F31-B1BB-41C1-929C-0A8817777BC8}" presName="connectorText" presStyleLbl="sibTrans2D1" presStyleIdx="0" presStyleCnt="4"/>
      <dgm:spPr/>
    </dgm:pt>
    <dgm:pt modelId="{476B0CC2-4F97-44F2-BDF6-8721A2C313EE}" type="pres">
      <dgm:prSet presAssocID="{0EC8B2F7-7650-4A8B-9262-F1B8C871A6A3}" presName="node" presStyleLbl="node1" presStyleIdx="1" presStyleCnt="5">
        <dgm:presLayoutVars>
          <dgm:bulletEnabled val="1"/>
        </dgm:presLayoutVars>
      </dgm:prSet>
      <dgm:spPr/>
    </dgm:pt>
    <dgm:pt modelId="{3224496D-1066-40FE-936F-862E698FA8ED}" type="pres">
      <dgm:prSet presAssocID="{E614D688-3D37-4C68-A703-33694733D6A3}" presName="sibTrans" presStyleLbl="sibTrans2D1" presStyleIdx="1" presStyleCnt="4"/>
      <dgm:spPr/>
    </dgm:pt>
    <dgm:pt modelId="{7D327F03-9CFF-421D-BB8F-E3ADF6E276D9}" type="pres">
      <dgm:prSet presAssocID="{E614D688-3D37-4C68-A703-33694733D6A3}" presName="connectorText" presStyleLbl="sibTrans2D1" presStyleIdx="1" presStyleCnt="4"/>
      <dgm:spPr/>
    </dgm:pt>
    <dgm:pt modelId="{5A5A0A47-C176-4D13-B779-8055C0591CE9}" type="pres">
      <dgm:prSet presAssocID="{2723CAC6-DFD7-4FFA-9E71-FF42ACB90809}" presName="node" presStyleLbl="node1" presStyleIdx="2" presStyleCnt="5">
        <dgm:presLayoutVars>
          <dgm:bulletEnabled val="1"/>
        </dgm:presLayoutVars>
      </dgm:prSet>
      <dgm:spPr/>
    </dgm:pt>
    <dgm:pt modelId="{202B2C1F-0946-45C8-95A7-30C257F79798}" type="pres">
      <dgm:prSet presAssocID="{F073EE74-0739-42A6-A66E-B062A87AD722}" presName="sibTrans" presStyleLbl="sibTrans2D1" presStyleIdx="2" presStyleCnt="4"/>
      <dgm:spPr/>
    </dgm:pt>
    <dgm:pt modelId="{B62B9E1D-9C19-4F74-B404-72A0C21D3671}" type="pres">
      <dgm:prSet presAssocID="{F073EE74-0739-42A6-A66E-B062A87AD722}" presName="connectorText" presStyleLbl="sibTrans2D1" presStyleIdx="2" presStyleCnt="4"/>
      <dgm:spPr/>
    </dgm:pt>
    <dgm:pt modelId="{1948C213-61B5-4615-9CA7-2405BBE6E5F3}" type="pres">
      <dgm:prSet presAssocID="{AF9815D2-4223-49FC-B25E-9DF06160A93D}" presName="node" presStyleLbl="node1" presStyleIdx="3" presStyleCnt="5">
        <dgm:presLayoutVars>
          <dgm:bulletEnabled val="1"/>
        </dgm:presLayoutVars>
      </dgm:prSet>
      <dgm:spPr/>
    </dgm:pt>
    <dgm:pt modelId="{E65C78EB-DBCA-4F55-8DB6-29B124167030}" type="pres">
      <dgm:prSet presAssocID="{FC584EEE-BA5A-43E7-A964-6A144E80123E}" presName="sibTrans" presStyleLbl="sibTrans2D1" presStyleIdx="3" presStyleCnt="4"/>
      <dgm:spPr/>
    </dgm:pt>
    <dgm:pt modelId="{4CA9DB47-B865-497B-9A5B-FF60FD1451D6}" type="pres">
      <dgm:prSet presAssocID="{FC584EEE-BA5A-43E7-A964-6A144E80123E}" presName="connectorText" presStyleLbl="sibTrans2D1" presStyleIdx="3" presStyleCnt="4"/>
      <dgm:spPr/>
    </dgm:pt>
    <dgm:pt modelId="{F19FF306-256F-4ABB-8C27-518E82FDC399}" type="pres">
      <dgm:prSet presAssocID="{1A9F6E48-69AE-4508-A2C1-B1227783A971}" presName="node" presStyleLbl="node1" presStyleIdx="4" presStyleCnt="5">
        <dgm:presLayoutVars>
          <dgm:bulletEnabled val="1"/>
        </dgm:presLayoutVars>
      </dgm:prSet>
      <dgm:spPr/>
    </dgm:pt>
  </dgm:ptLst>
  <dgm:cxnLst>
    <dgm:cxn modelId="{A89EA813-840F-484F-883A-9704B6BEAFB0}" type="presOf" srcId="{AC5A3F31-B1BB-41C1-929C-0A8817777BC8}" destId="{807D137F-2E09-4A3F-B5A1-3766AA063F7D}" srcOrd="0" destOrd="0" presId="urn:microsoft.com/office/officeart/2005/8/layout/process1"/>
    <dgm:cxn modelId="{FA122023-C71F-43DC-BAD1-45B5B30B81EE}" type="presOf" srcId="{7677F214-296D-4B4B-B502-F20FEC3D68B9}" destId="{2CBC5D00-80F4-4074-9DDD-D3F53FAEBB52}" srcOrd="0" destOrd="0" presId="urn:microsoft.com/office/officeart/2005/8/layout/process1"/>
    <dgm:cxn modelId="{D49D2824-42F8-4004-AAC7-ABA3CA4C43B6}" type="presOf" srcId="{FC584EEE-BA5A-43E7-A964-6A144E80123E}" destId="{4CA9DB47-B865-497B-9A5B-FF60FD1451D6}" srcOrd="1" destOrd="0" presId="urn:microsoft.com/office/officeart/2005/8/layout/process1"/>
    <dgm:cxn modelId="{76159D5C-13B9-44BC-A60F-0EEB0392ED41}" srcId="{A3B649DB-4E69-4B51-945D-274CFBB03B43}" destId="{AF9815D2-4223-49FC-B25E-9DF06160A93D}" srcOrd="3" destOrd="0" parTransId="{B7DF8E69-4941-4A39-B155-0F59037EA87C}" sibTransId="{FC584EEE-BA5A-43E7-A964-6A144E80123E}"/>
    <dgm:cxn modelId="{20A00047-7DCC-4291-BD85-4E6D466A2DE6}" type="presOf" srcId="{0EC8B2F7-7650-4A8B-9262-F1B8C871A6A3}" destId="{476B0CC2-4F97-44F2-BDF6-8721A2C313EE}" srcOrd="0" destOrd="0" presId="urn:microsoft.com/office/officeart/2005/8/layout/process1"/>
    <dgm:cxn modelId="{B5B15647-74BB-4F6E-A9FD-B114E05524BC}" type="presOf" srcId="{E614D688-3D37-4C68-A703-33694733D6A3}" destId="{3224496D-1066-40FE-936F-862E698FA8ED}" srcOrd="0" destOrd="0" presId="urn:microsoft.com/office/officeart/2005/8/layout/process1"/>
    <dgm:cxn modelId="{62028D49-6582-4DE2-B9C3-0A657FF177F6}" srcId="{A3B649DB-4E69-4B51-945D-274CFBB03B43}" destId="{0EC8B2F7-7650-4A8B-9262-F1B8C871A6A3}" srcOrd="1" destOrd="0" parTransId="{749DC58E-F505-491E-8733-14E968ABBD3B}" sibTransId="{E614D688-3D37-4C68-A703-33694733D6A3}"/>
    <dgm:cxn modelId="{2A89F374-1153-490D-BA97-09F0CA13CEA4}" srcId="{A3B649DB-4E69-4B51-945D-274CFBB03B43}" destId="{1A9F6E48-69AE-4508-A2C1-B1227783A971}" srcOrd="4" destOrd="0" parTransId="{4B3069AC-6D0E-4226-8E40-388A1BC9EA59}" sibTransId="{55E489B9-D536-4795-A73A-C33A5EA22E1A}"/>
    <dgm:cxn modelId="{41DC9987-B9D0-4E59-9439-A735A322F429}" type="presOf" srcId="{F073EE74-0739-42A6-A66E-B062A87AD722}" destId="{202B2C1F-0946-45C8-95A7-30C257F79798}" srcOrd="0" destOrd="0" presId="urn:microsoft.com/office/officeart/2005/8/layout/process1"/>
    <dgm:cxn modelId="{B4564588-C7A6-4416-B4CD-5091CB9DAB66}" type="presOf" srcId="{F073EE74-0739-42A6-A66E-B062A87AD722}" destId="{B62B9E1D-9C19-4F74-B404-72A0C21D3671}" srcOrd="1" destOrd="0" presId="urn:microsoft.com/office/officeart/2005/8/layout/process1"/>
    <dgm:cxn modelId="{38B0AB8B-47C2-45D1-A82C-AB8106867D20}" srcId="{A3B649DB-4E69-4B51-945D-274CFBB03B43}" destId="{7677F214-296D-4B4B-B502-F20FEC3D68B9}" srcOrd="0" destOrd="0" parTransId="{F89EF27F-94AB-4A0B-B603-E524AF60F7BC}" sibTransId="{AC5A3F31-B1BB-41C1-929C-0A8817777BC8}"/>
    <dgm:cxn modelId="{0F8AF9C8-64C2-4D3D-BC59-126A7AE8A90E}" type="presOf" srcId="{FC584EEE-BA5A-43E7-A964-6A144E80123E}" destId="{E65C78EB-DBCA-4F55-8DB6-29B124167030}" srcOrd="0" destOrd="0" presId="urn:microsoft.com/office/officeart/2005/8/layout/process1"/>
    <dgm:cxn modelId="{D279D6CB-230C-4EC4-A94B-D8CCDB815D33}" type="presOf" srcId="{1A9F6E48-69AE-4508-A2C1-B1227783A971}" destId="{F19FF306-256F-4ABB-8C27-518E82FDC399}" srcOrd="0" destOrd="0" presId="urn:microsoft.com/office/officeart/2005/8/layout/process1"/>
    <dgm:cxn modelId="{F108DCD1-B679-4ED3-A3BD-A9E04FCF5B88}" type="presOf" srcId="{2723CAC6-DFD7-4FFA-9E71-FF42ACB90809}" destId="{5A5A0A47-C176-4D13-B779-8055C0591CE9}" srcOrd="0" destOrd="0" presId="urn:microsoft.com/office/officeart/2005/8/layout/process1"/>
    <dgm:cxn modelId="{E23755D4-E42C-40E7-A98F-A4E93D2E1D47}" type="presOf" srcId="{AC5A3F31-B1BB-41C1-929C-0A8817777BC8}" destId="{6A026178-38B6-42BB-A16A-D1B644F5BB5F}" srcOrd="1" destOrd="0" presId="urn:microsoft.com/office/officeart/2005/8/layout/process1"/>
    <dgm:cxn modelId="{6836F5E1-1406-498D-8959-4EB00092F77E}" type="presOf" srcId="{AF9815D2-4223-49FC-B25E-9DF06160A93D}" destId="{1948C213-61B5-4615-9CA7-2405BBE6E5F3}" srcOrd="0" destOrd="0" presId="urn:microsoft.com/office/officeart/2005/8/layout/process1"/>
    <dgm:cxn modelId="{E131B4E7-F7BC-4BA6-AF3B-73746496E71D}" type="presOf" srcId="{A3B649DB-4E69-4B51-945D-274CFBB03B43}" destId="{57876073-8155-4827-8C1E-F4F0845257BA}" srcOrd="0" destOrd="0" presId="urn:microsoft.com/office/officeart/2005/8/layout/process1"/>
    <dgm:cxn modelId="{049DC3EB-C4E4-44D6-849E-E31430D7AC34}" type="presOf" srcId="{E614D688-3D37-4C68-A703-33694733D6A3}" destId="{7D327F03-9CFF-421D-BB8F-E3ADF6E276D9}" srcOrd="1" destOrd="0" presId="urn:microsoft.com/office/officeart/2005/8/layout/process1"/>
    <dgm:cxn modelId="{8475A5F0-A5EA-44C7-9A9D-F3C8D24A8BEF}" srcId="{A3B649DB-4E69-4B51-945D-274CFBB03B43}" destId="{2723CAC6-DFD7-4FFA-9E71-FF42ACB90809}" srcOrd="2" destOrd="0" parTransId="{9CFFDCE2-5AD0-4E77-A3F8-B41DFC8D60EA}" sibTransId="{F073EE74-0739-42A6-A66E-B062A87AD722}"/>
    <dgm:cxn modelId="{2F30059C-14D1-4E88-9E8F-71DBB8DAB595}" type="presParOf" srcId="{57876073-8155-4827-8C1E-F4F0845257BA}" destId="{2CBC5D00-80F4-4074-9DDD-D3F53FAEBB52}" srcOrd="0" destOrd="0" presId="urn:microsoft.com/office/officeart/2005/8/layout/process1"/>
    <dgm:cxn modelId="{9114E640-A676-47C3-94D9-46C1CED5274C}" type="presParOf" srcId="{57876073-8155-4827-8C1E-F4F0845257BA}" destId="{807D137F-2E09-4A3F-B5A1-3766AA063F7D}" srcOrd="1" destOrd="0" presId="urn:microsoft.com/office/officeart/2005/8/layout/process1"/>
    <dgm:cxn modelId="{A7FF1773-4366-44D3-B45A-7746825B9021}" type="presParOf" srcId="{807D137F-2E09-4A3F-B5A1-3766AA063F7D}" destId="{6A026178-38B6-42BB-A16A-D1B644F5BB5F}" srcOrd="0" destOrd="0" presId="urn:microsoft.com/office/officeart/2005/8/layout/process1"/>
    <dgm:cxn modelId="{5DD58EE1-9AD7-4428-95C4-7682CDCA443A}" type="presParOf" srcId="{57876073-8155-4827-8C1E-F4F0845257BA}" destId="{476B0CC2-4F97-44F2-BDF6-8721A2C313EE}" srcOrd="2" destOrd="0" presId="urn:microsoft.com/office/officeart/2005/8/layout/process1"/>
    <dgm:cxn modelId="{1DE6F6F5-5E92-4012-98CF-A86EFE0F59EC}" type="presParOf" srcId="{57876073-8155-4827-8C1E-F4F0845257BA}" destId="{3224496D-1066-40FE-936F-862E698FA8ED}" srcOrd="3" destOrd="0" presId="urn:microsoft.com/office/officeart/2005/8/layout/process1"/>
    <dgm:cxn modelId="{17C7F8AC-C269-48C6-BB79-3541050C5C28}" type="presParOf" srcId="{3224496D-1066-40FE-936F-862E698FA8ED}" destId="{7D327F03-9CFF-421D-BB8F-E3ADF6E276D9}" srcOrd="0" destOrd="0" presId="urn:microsoft.com/office/officeart/2005/8/layout/process1"/>
    <dgm:cxn modelId="{58531A1F-A926-40C4-A004-9CEC4C35323C}" type="presParOf" srcId="{57876073-8155-4827-8C1E-F4F0845257BA}" destId="{5A5A0A47-C176-4D13-B779-8055C0591CE9}" srcOrd="4" destOrd="0" presId="urn:microsoft.com/office/officeart/2005/8/layout/process1"/>
    <dgm:cxn modelId="{D1CA9208-BB30-40D9-8EB0-0C99144747C6}" type="presParOf" srcId="{57876073-8155-4827-8C1E-F4F0845257BA}" destId="{202B2C1F-0946-45C8-95A7-30C257F79798}" srcOrd="5" destOrd="0" presId="urn:microsoft.com/office/officeart/2005/8/layout/process1"/>
    <dgm:cxn modelId="{35C542E7-D4D6-44C4-92D4-D074F22D435D}" type="presParOf" srcId="{202B2C1F-0946-45C8-95A7-30C257F79798}" destId="{B62B9E1D-9C19-4F74-B404-72A0C21D3671}" srcOrd="0" destOrd="0" presId="urn:microsoft.com/office/officeart/2005/8/layout/process1"/>
    <dgm:cxn modelId="{ED18992E-C391-4CE0-BD24-64219CF83C3C}" type="presParOf" srcId="{57876073-8155-4827-8C1E-F4F0845257BA}" destId="{1948C213-61B5-4615-9CA7-2405BBE6E5F3}" srcOrd="6" destOrd="0" presId="urn:microsoft.com/office/officeart/2005/8/layout/process1"/>
    <dgm:cxn modelId="{086643FA-5ABE-4A0A-9B85-01898EA2F7C9}" type="presParOf" srcId="{57876073-8155-4827-8C1E-F4F0845257BA}" destId="{E65C78EB-DBCA-4F55-8DB6-29B124167030}" srcOrd="7" destOrd="0" presId="urn:microsoft.com/office/officeart/2005/8/layout/process1"/>
    <dgm:cxn modelId="{ADF08FEB-8191-43AC-B8DD-EC6B953984F6}" type="presParOf" srcId="{E65C78EB-DBCA-4F55-8DB6-29B124167030}" destId="{4CA9DB47-B865-497B-9A5B-FF60FD1451D6}" srcOrd="0" destOrd="0" presId="urn:microsoft.com/office/officeart/2005/8/layout/process1"/>
    <dgm:cxn modelId="{AC76CF3C-4CBD-4793-A552-25EE2005CE69}" type="presParOf" srcId="{57876073-8155-4827-8C1E-F4F0845257BA}" destId="{F19FF306-256F-4ABB-8C27-518E82FDC399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885615-0DDA-4A60-A426-844D7AA0216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DD6ABDF-E42A-4B2D-829A-EEA4AF6C6FCA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dirty="0"/>
            <a:t>Executive Dashboard</a:t>
          </a:r>
        </a:p>
      </dgm:t>
    </dgm:pt>
    <dgm:pt modelId="{6A7D5559-F640-4DC1-82CB-56153215B281}" type="parTrans" cxnId="{2888AFDD-97EA-44D4-97DD-007A8C812CD9}">
      <dgm:prSet/>
      <dgm:spPr/>
      <dgm:t>
        <a:bodyPr/>
        <a:lstStyle/>
        <a:p>
          <a:endParaRPr lang="en-IN"/>
        </a:p>
      </dgm:t>
    </dgm:pt>
    <dgm:pt modelId="{11D9F589-E47F-4B24-A73D-85DBA518384E}" type="sibTrans" cxnId="{2888AFDD-97EA-44D4-97DD-007A8C812CD9}">
      <dgm:prSet/>
      <dgm:spPr/>
      <dgm:t>
        <a:bodyPr/>
        <a:lstStyle/>
        <a:p>
          <a:endParaRPr lang="en-IN"/>
        </a:p>
      </dgm:t>
    </dgm:pt>
    <dgm:pt modelId="{EC5B938D-7292-4B9E-B6A3-C39052EAE4A2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dirty="0"/>
            <a:t>Agent Performance</a:t>
          </a:r>
        </a:p>
      </dgm:t>
    </dgm:pt>
    <dgm:pt modelId="{6EF1876C-0830-4A12-A4F7-B6148F37A735}" type="parTrans" cxnId="{4A51A4C4-363F-4054-B6A5-5694137823D1}">
      <dgm:prSet/>
      <dgm:spPr/>
      <dgm:t>
        <a:bodyPr/>
        <a:lstStyle/>
        <a:p>
          <a:endParaRPr lang="en-IN"/>
        </a:p>
      </dgm:t>
    </dgm:pt>
    <dgm:pt modelId="{5E22A34B-C1F9-4069-8FF5-E72399C0DF3C}" type="sibTrans" cxnId="{4A51A4C4-363F-4054-B6A5-5694137823D1}">
      <dgm:prSet/>
      <dgm:spPr/>
      <dgm:t>
        <a:bodyPr/>
        <a:lstStyle/>
        <a:p>
          <a:endParaRPr lang="en-IN"/>
        </a:p>
      </dgm:t>
    </dgm:pt>
    <dgm:pt modelId="{2A26BF78-8DF6-4721-B807-5163D7AA629C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dirty="0"/>
            <a:t>SLA &amp; Operations</a:t>
          </a:r>
        </a:p>
      </dgm:t>
    </dgm:pt>
    <dgm:pt modelId="{827C1C49-5FAB-4D4F-B66B-E9B49E638A7D}" type="parTrans" cxnId="{C654D4AF-5FB1-4A16-A570-C7933FC81357}">
      <dgm:prSet/>
      <dgm:spPr/>
      <dgm:t>
        <a:bodyPr/>
        <a:lstStyle/>
        <a:p>
          <a:endParaRPr lang="en-IN"/>
        </a:p>
      </dgm:t>
    </dgm:pt>
    <dgm:pt modelId="{66BFB424-7D8E-4CAF-B599-B3AC21710027}" type="sibTrans" cxnId="{C654D4AF-5FB1-4A16-A570-C7933FC81357}">
      <dgm:prSet/>
      <dgm:spPr/>
      <dgm:t>
        <a:bodyPr/>
        <a:lstStyle/>
        <a:p>
          <a:endParaRPr lang="en-IN"/>
        </a:p>
      </dgm:t>
    </dgm:pt>
    <dgm:pt modelId="{81DF97D0-C198-4294-B384-871F08238C3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/>
            <a:t>Forecasting</a:t>
          </a:r>
        </a:p>
      </dgm:t>
    </dgm:pt>
    <dgm:pt modelId="{7988B534-18A2-4327-A8C1-D95F4C4454D7}" type="parTrans" cxnId="{F653B529-D2CE-46D1-9727-228527CB9409}">
      <dgm:prSet/>
      <dgm:spPr/>
      <dgm:t>
        <a:bodyPr/>
        <a:lstStyle/>
        <a:p>
          <a:endParaRPr lang="en-IN"/>
        </a:p>
      </dgm:t>
    </dgm:pt>
    <dgm:pt modelId="{9F211A86-5E05-4D1A-BA9B-78CAB8753954}" type="sibTrans" cxnId="{F653B529-D2CE-46D1-9727-228527CB9409}">
      <dgm:prSet/>
      <dgm:spPr/>
      <dgm:t>
        <a:bodyPr/>
        <a:lstStyle/>
        <a:p>
          <a:endParaRPr lang="en-IN"/>
        </a:p>
      </dgm:t>
    </dgm:pt>
    <dgm:pt modelId="{BAA5EC06-CA77-4478-AAE7-A596D4B6BBB2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/>
            <a:t>AI Insights</a:t>
          </a:r>
        </a:p>
      </dgm:t>
    </dgm:pt>
    <dgm:pt modelId="{4348AE2D-FAE3-4287-B643-1C1C9D70E9E4}" type="parTrans" cxnId="{5A486C4E-7880-40AD-8109-60C46B083107}">
      <dgm:prSet/>
      <dgm:spPr/>
      <dgm:t>
        <a:bodyPr/>
        <a:lstStyle/>
        <a:p>
          <a:endParaRPr lang="en-IN"/>
        </a:p>
      </dgm:t>
    </dgm:pt>
    <dgm:pt modelId="{498DF0AB-E32A-4956-96AA-B6E93065DCB7}" type="sibTrans" cxnId="{5A486C4E-7880-40AD-8109-60C46B083107}">
      <dgm:prSet/>
      <dgm:spPr/>
      <dgm:t>
        <a:bodyPr/>
        <a:lstStyle/>
        <a:p>
          <a:endParaRPr lang="en-IN"/>
        </a:p>
      </dgm:t>
    </dgm:pt>
    <dgm:pt modelId="{ED9ECFAB-0FF7-4FF7-8A2A-308B873C98DD}">
      <dgm:prSet phldrT="[Text]" phldr="0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dirty="0"/>
            <a:t>Executive Decision Support &amp; </a:t>
          </a:r>
          <a:br>
            <a:rPr lang="en-IN" dirty="0"/>
          </a:br>
          <a:r>
            <a:rPr lang="en-IN" dirty="0"/>
            <a:t>Business Recommendations</a:t>
          </a:r>
        </a:p>
      </dgm:t>
    </dgm:pt>
    <dgm:pt modelId="{AEEF303F-91E7-45AA-9619-5439855EB72F}" type="parTrans" cxnId="{D0ABA1A8-C518-4464-A36F-0AFF5F31E421}">
      <dgm:prSet/>
      <dgm:spPr/>
      <dgm:t>
        <a:bodyPr/>
        <a:lstStyle/>
        <a:p>
          <a:endParaRPr lang="en-IN"/>
        </a:p>
      </dgm:t>
    </dgm:pt>
    <dgm:pt modelId="{0FB01948-1BB9-4885-8BFF-2E068BA59476}" type="sibTrans" cxnId="{D0ABA1A8-C518-4464-A36F-0AFF5F31E421}">
      <dgm:prSet/>
      <dgm:spPr/>
      <dgm:t>
        <a:bodyPr/>
        <a:lstStyle/>
        <a:p>
          <a:endParaRPr lang="en-IN"/>
        </a:p>
      </dgm:t>
    </dgm:pt>
    <dgm:pt modelId="{9FBDD4B0-2B9F-4736-9389-F48CC11526AA}" type="pres">
      <dgm:prSet presAssocID="{E6885615-0DDA-4A60-A426-844D7AA0216C}" presName="linearFlow" presStyleCnt="0">
        <dgm:presLayoutVars>
          <dgm:resizeHandles val="exact"/>
        </dgm:presLayoutVars>
      </dgm:prSet>
      <dgm:spPr/>
    </dgm:pt>
    <dgm:pt modelId="{B116E7EA-9B51-44C8-8DF8-D47027F52417}" type="pres">
      <dgm:prSet presAssocID="{1DD6ABDF-E42A-4B2D-829A-EEA4AF6C6FCA}" presName="node" presStyleLbl="node1" presStyleIdx="0" presStyleCnt="6" custScaleX="177389" custScaleY="78621">
        <dgm:presLayoutVars>
          <dgm:bulletEnabled val="1"/>
        </dgm:presLayoutVars>
      </dgm:prSet>
      <dgm:spPr/>
    </dgm:pt>
    <dgm:pt modelId="{10EAD4AA-E36E-4B56-AA83-BDFDFA6D8C42}" type="pres">
      <dgm:prSet presAssocID="{11D9F589-E47F-4B24-A73D-85DBA518384E}" presName="sibTrans" presStyleLbl="sibTrans2D1" presStyleIdx="0" presStyleCnt="5"/>
      <dgm:spPr/>
    </dgm:pt>
    <dgm:pt modelId="{B380F359-5479-4950-8EFF-A20A6425F32D}" type="pres">
      <dgm:prSet presAssocID="{11D9F589-E47F-4B24-A73D-85DBA518384E}" presName="connectorText" presStyleLbl="sibTrans2D1" presStyleIdx="0" presStyleCnt="5"/>
      <dgm:spPr/>
    </dgm:pt>
    <dgm:pt modelId="{D08D7180-F360-461F-ACEC-F676A08F2ED8}" type="pres">
      <dgm:prSet presAssocID="{EC5B938D-7292-4B9E-B6A3-C39052EAE4A2}" presName="node" presStyleLbl="node1" presStyleIdx="1" presStyleCnt="6" custScaleX="180833" custScaleY="82587">
        <dgm:presLayoutVars>
          <dgm:bulletEnabled val="1"/>
        </dgm:presLayoutVars>
      </dgm:prSet>
      <dgm:spPr/>
    </dgm:pt>
    <dgm:pt modelId="{342E629E-7D3E-4E5D-8053-5AE158030890}" type="pres">
      <dgm:prSet presAssocID="{5E22A34B-C1F9-4069-8FF5-E72399C0DF3C}" presName="sibTrans" presStyleLbl="sibTrans2D1" presStyleIdx="1" presStyleCnt="5"/>
      <dgm:spPr/>
    </dgm:pt>
    <dgm:pt modelId="{4B5C03F9-11AD-4398-B744-BFF380CC18C5}" type="pres">
      <dgm:prSet presAssocID="{5E22A34B-C1F9-4069-8FF5-E72399C0DF3C}" presName="connectorText" presStyleLbl="sibTrans2D1" presStyleIdx="1" presStyleCnt="5"/>
      <dgm:spPr/>
    </dgm:pt>
    <dgm:pt modelId="{5910161D-7F82-44D1-A0EA-4B0263614A4E}" type="pres">
      <dgm:prSet presAssocID="{2A26BF78-8DF6-4721-B807-5163D7AA629C}" presName="node" presStyleLbl="node1" presStyleIdx="2" presStyleCnt="6" custScaleX="176797" custScaleY="104076">
        <dgm:presLayoutVars>
          <dgm:bulletEnabled val="1"/>
        </dgm:presLayoutVars>
      </dgm:prSet>
      <dgm:spPr/>
    </dgm:pt>
    <dgm:pt modelId="{14C2EB3E-9DDE-41B7-A8FA-03CB93659C95}" type="pres">
      <dgm:prSet presAssocID="{66BFB424-7D8E-4CAF-B599-B3AC21710027}" presName="sibTrans" presStyleLbl="sibTrans2D1" presStyleIdx="2" presStyleCnt="5"/>
      <dgm:spPr/>
    </dgm:pt>
    <dgm:pt modelId="{30516A03-D32E-4668-9F29-5154E7F5FF3B}" type="pres">
      <dgm:prSet presAssocID="{66BFB424-7D8E-4CAF-B599-B3AC21710027}" presName="connectorText" presStyleLbl="sibTrans2D1" presStyleIdx="2" presStyleCnt="5"/>
      <dgm:spPr/>
    </dgm:pt>
    <dgm:pt modelId="{142CBE8C-6506-422A-AAE4-E658DA520326}" type="pres">
      <dgm:prSet presAssocID="{81DF97D0-C198-4294-B384-871F08238C3A}" presName="node" presStyleLbl="node1" presStyleIdx="3" presStyleCnt="6" custScaleX="177095" custScaleY="106650">
        <dgm:presLayoutVars>
          <dgm:bulletEnabled val="1"/>
        </dgm:presLayoutVars>
      </dgm:prSet>
      <dgm:spPr/>
    </dgm:pt>
    <dgm:pt modelId="{F2012D14-0FAD-4D56-9E12-481C071C8F16}" type="pres">
      <dgm:prSet presAssocID="{9F211A86-5E05-4D1A-BA9B-78CAB8753954}" presName="sibTrans" presStyleLbl="sibTrans2D1" presStyleIdx="3" presStyleCnt="5"/>
      <dgm:spPr/>
    </dgm:pt>
    <dgm:pt modelId="{D192D6C6-3BAE-474F-9FE5-C912F1BFBDEC}" type="pres">
      <dgm:prSet presAssocID="{9F211A86-5E05-4D1A-BA9B-78CAB8753954}" presName="connectorText" presStyleLbl="sibTrans2D1" presStyleIdx="3" presStyleCnt="5"/>
      <dgm:spPr/>
    </dgm:pt>
    <dgm:pt modelId="{BB9062D8-C84A-41FE-8C8A-3C83BBD9EDD8}" type="pres">
      <dgm:prSet presAssocID="{BAA5EC06-CA77-4478-AAE7-A596D4B6BBB2}" presName="node" presStyleLbl="node1" presStyleIdx="4" presStyleCnt="6" custScaleX="181882" custScaleY="92313">
        <dgm:presLayoutVars>
          <dgm:bulletEnabled val="1"/>
        </dgm:presLayoutVars>
      </dgm:prSet>
      <dgm:spPr/>
    </dgm:pt>
    <dgm:pt modelId="{8E5C7226-67C0-43C9-99A3-8CCD0042B6DA}" type="pres">
      <dgm:prSet presAssocID="{498DF0AB-E32A-4956-96AA-B6E93065DCB7}" presName="sibTrans" presStyleLbl="sibTrans2D1" presStyleIdx="4" presStyleCnt="5"/>
      <dgm:spPr/>
    </dgm:pt>
    <dgm:pt modelId="{65F6069D-7DB5-421F-B186-4AC070B15376}" type="pres">
      <dgm:prSet presAssocID="{498DF0AB-E32A-4956-96AA-B6E93065DCB7}" presName="connectorText" presStyleLbl="sibTrans2D1" presStyleIdx="4" presStyleCnt="5"/>
      <dgm:spPr/>
    </dgm:pt>
    <dgm:pt modelId="{687E3C80-89DB-4B25-AFBD-3CB5284D98E0}" type="pres">
      <dgm:prSet presAssocID="{ED9ECFAB-0FF7-4FF7-8A2A-308B873C98DD}" presName="node" presStyleLbl="node1" presStyleIdx="5" presStyleCnt="6" custScaleX="356422" custScaleY="130647">
        <dgm:presLayoutVars>
          <dgm:bulletEnabled val="1"/>
        </dgm:presLayoutVars>
      </dgm:prSet>
      <dgm:spPr/>
    </dgm:pt>
  </dgm:ptLst>
  <dgm:cxnLst>
    <dgm:cxn modelId="{3CBA0305-98C1-4E73-88AA-CB347C5990EC}" type="presOf" srcId="{498DF0AB-E32A-4956-96AA-B6E93065DCB7}" destId="{8E5C7226-67C0-43C9-99A3-8CCD0042B6DA}" srcOrd="0" destOrd="0" presId="urn:microsoft.com/office/officeart/2005/8/layout/process2"/>
    <dgm:cxn modelId="{F653B529-D2CE-46D1-9727-228527CB9409}" srcId="{E6885615-0DDA-4A60-A426-844D7AA0216C}" destId="{81DF97D0-C198-4294-B384-871F08238C3A}" srcOrd="3" destOrd="0" parTransId="{7988B534-18A2-4327-A8C1-D95F4C4454D7}" sibTransId="{9F211A86-5E05-4D1A-BA9B-78CAB8753954}"/>
    <dgm:cxn modelId="{8BF72134-272B-4D77-A757-C6BD14535A95}" type="presOf" srcId="{1DD6ABDF-E42A-4B2D-829A-EEA4AF6C6FCA}" destId="{B116E7EA-9B51-44C8-8DF8-D47027F52417}" srcOrd="0" destOrd="0" presId="urn:microsoft.com/office/officeart/2005/8/layout/process2"/>
    <dgm:cxn modelId="{D7EDD539-1B55-4DFD-A0ED-F0B4E803B6AF}" type="presOf" srcId="{81DF97D0-C198-4294-B384-871F08238C3A}" destId="{142CBE8C-6506-422A-AAE4-E658DA520326}" srcOrd="0" destOrd="0" presId="urn:microsoft.com/office/officeart/2005/8/layout/process2"/>
    <dgm:cxn modelId="{88AC023D-4812-4D44-8144-A61A688A9AEA}" type="presOf" srcId="{5E22A34B-C1F9-4069-8FF5-E72399C0DF3C}" destId="{4B5C03F9-11AD-4398-B744-BFF380CC18C5}" srcOrd="1" destOrd="0" presId="urn:microsoft.com/office/officeart/2005/8/layout/process2"/>
    <dgm:cxn modelId="{C341C067-1D7F-4F01-A966-727A4CE3B113}" type="presOf" srcId="{9F211A86-5E05-4D1A-BA9B-78CAB8753954}" destId="{F2012D14-0FAD-4D56-9E12-481C071C8F16}" srcOrd="0" destOrd="0" presId="urn:microsoft.com/office/officeart/2005/8/layout/process2"/>
    <dgm:cxn modelId="{5962524A-023F-4AD8-B39F-DB782BAC9DEE}" type="presOf" srcId="{66BFB424-7D8E-4CAF-B599-B3AC21710027}" destId="{14C2EB3E-9DDE-41B7-A8FA-03CB93659C95}" srcOrd="0" destOrd="0" presId="urn:microsoft.com/office/officeart/2005/8/layout/process2"/>
    <dgm:cxn modelId="{BBDF344B-844D-4A48-8E2D-F9F45B3E5490}" type="presOf" srcId="{EC5B938D-7292-4B9E-B6A3-C39052EAE4A2}" destId="{D08D7180-F360-461F-ACEC-F676A08F2ED8}" srcOrd="0" destOrd="0" presId="urn:microsoft.com/office/officeart/2005/8/layout/process2"/>
    <dgm:cxn modelId="{5A486C4E-7880-40AD-8109-60C46B083107}" srcId="{E6885615-0DDA-4A60-A426-844D7AA0216C}" destId="{BAA5EC06-CA77-4478-AAE7-A596D4B6BBB2}" srcOrd="4" destOrd="0" parTransId="{4348AE2D-FAE3-4287-B643-1C1C9D70E9E4}" sibTransId="{498DF0AB-E32A-4956-96AA-B6E93065DCB7}"/>
    <dgm:cxn modelId="{B99DAB54-5837-443B-95EB-31AB2766E9DE}" type="presOf" srcId="{498DF0AB-E32A-4956-96AA-B6E93065DCB7}" destId="{65F6069D-7DB5-421F-B186-4AC070B15376}" srcOrd="1" destOrd="0" presId="urn:microsoft.com/office/officeart/2005/8/layout/process2"/>
    <dgm:cxn modelId="{0B32E55A-E820-47AA-9603-3560228FCBD4}" type="presOf" srcId="{11D9F589-E47F-4B24-A73D-85DBA518384E}" destId="{10EAD4AA-E36E-4B56-AA83-BDFDFA6D8C42}" srcOrd="0" destOrd="0" presId="urn:microsoft.com/office/officeart/2005/8/layout/process2"/>
    <dgm:cxn modelId="{E5321D7D-9E6C-4551-90BC-47E14B87A4B3}" type="presOf" srcId="{9F211A86-5E05-4D1A-BA9B-78CAB8753954}" destId="{D192D6C6-3BAE-474F-9FE5-C912F1BFBDEC}" srcOrd="1" destOrd="0" presId="urn:microsoft.com/office/officeart/2005/8/layout/process2"/>
    <dgm:cxn modelId="{0C83668A-2CEC-4D79-8CE4-614DAB3415E9}" type="presOf" srcId="{2A26BF78-8DF6-4721-B807-5163D7AA629C}" destId="{5910161D-7F82-44D1-A0EA-4B0263614A4E}" srcOrd="0" destOrd="0" presId="urn:microsoft.com/office/officeart/2005/8/layout/process2"/>
    <dgm:cxn modelId="{D23CB696-7713-454D-BE40-E4325D77ACB3}" type="presOf" srcId="{E6885615-0DDA-4A60-A426-844D7AA0216C}" destId="{9FBDD4B0-2B9F-4736-9389-F48CC11526AA}" srcOrd="0" destOrd="0" presId="urn:microsoft.com/office/officeart/2005/8/layout/process2"/>
    <dgm:cxn modelId="{2C2ACE9B-98DA-4517-86DB-FAC418A338A1}" type="presOf" srcId="{ED9ECFAB-0FF7-4FF7-8A2A-308B873C98DD}" destId="{687E3C80-89DB-4B25-AFBD-3CB5284D98E0}" srcOrd="0" destOrd="0" presId="urn:microsoft.com/office/officeart/2005/8/layout/process2"/>
    <dgm:cxn modelId="{D0ABA1A8-C518-4464-A36F-0AFF5F31E421}" srcId="{E6885615-0DDA-4A60-A426-844D7AA0216C}" destId="{ED9ECFAB-0FF7-4FF7-8A2A-308B873C98DD}" srcOrd="5" destOrd="0" parTransId="{AEEF303F-91E7-45AA-9619-5439855EB72F}" sibTransId="{0FB01948-1BB9-4885-8BFF-2E068BA59476}"/>
    <dgm:cxn modelId="{C654D4AF-5FB1-4A16-A570-C7933FC81357}" srcId="{E6885615-0DDA-4A60-A426-844D7AA0216C}" destId="{2A26BF78-8DF6-4721-B807-5163D7AA629C}" srcOrd="2" destOrd="0" parTransId="{827C1C49-5FAB-4D4F-B66B-E9B49E638A7D}" sibTransId="{66BFB424-7D8E-4CAF-B599-B3AC21710027}"/>
    <dgm:cxn modelId="{4A51A4C4-363F-4054-B6A5-5694137823D1}" srcId="{E6885615-0DDA-4A60-A426-844D7AA0216C}" destId="{EC5B938D-7292-4B9E-B6A3-C39052EAE4A2}" srcOrd="1" destOrd="0" parTransId="{6EF1876C-0830-4A12-A4F7-B6148F37A735}" sibTransId="{5E22A34B-C1F9-4069-8FF5-E72399C0DF3C}"/>
    <dgm:cxn modelId="{2888AFDD-97EA-44D4-97DD-007A8C812CD9}" srcId="{E6885615-0DDA-4A60-A426-844D7AA0216C}" destId="{1DD6ABDF-E42A-4B2D-829A-EEA4AF6C6FCA}" srcOrd="0" destOrd="0" parTransId="{6A7D5559-F640-4DC1-82CB-56153215B281}" sibTransId="{11D9F589-E47F-4B24-A73D-85DBA518384E}"/>
    <dgm:cxn modelId="{083130E4-B032-437E-9553-08F4A22AA733}" type="presOf" srcId="{5E22A34B-C1F9-4069-8FF5-E72399C0DF3C}" destId="{342E629E-7D3E-4E5D-8053-5AE158030890}" srcOrd="0" destOrd="0" presId="urn:microsoft.com/office/officeart/2005/8/layout/process2"/>
    <dgm:cxn modelId="{4EC183E6-FE0F-4200-887E-C02F33E6E541}" type="presOf" srcId="{BAA5EC06-CA77-4478-AAE7-A596D4B6BBB2}" destId="{BB9062D8-C84A-41FE-8C8A-3C83BBD9EDD8}" srcOrd="0" destOrd="0" presId="urn:microsoft.com/office/officeart/2005/8/layout/process2"/>
    <dgm:cxn modelId="{E023EAFD-5025-46DC-920B-46F7431D8782}" type="presOf" srcId="{66BFB424-7D8E-4CAF-B599-B3AC21710027}" destId="{30516A03-D32E-4668-9F29-5154E7F5FF3B}" srcOrd="1" destOrd="0" presId="urn:microsoft.com/office/officeart/2005/8/layout/process2"/>
    <dgm:cxn modelId="{9BDAD2FE-DCB8-49AF-B1AE-1EAE5E8D6D70}" type="presOf" srcId="{11D9F589-E47F-4B24-A73D-85DBA518384E}" destId="{B380F359-5479-4950-8EFF-A20A6425F32D}" srcOrd="1" destOrd="0" presId="urn:microsoft.com/office/officeart/2005/8/layout/process2"/>
    <dgm:cxn modelId="{372338BD-FCBF-45CC-A243-DDC4CE64E8A8}" type="presParOf" srcId="{9FBDD4B0-2B9F-4736-9389-F48CC11526AA}" destId="{B116E7EA-9B51-44C8-8DF8-D47027F52417}" srcOrd="0" destOrd="0" presId="urn:microsoft.com/office/officeart/2005/8/layout/process2"/>
    <dgm:cxn modelId="{A7571FCB-3896-43FD-A74C-FAAF8021AF37}" type="presParOf" srcId="{9FBDD4B0-2B9F-4736-9389-F48CC11526AA}" destId="{10EAD4AA-E36E-4B56-AA83-BDFDFA6D8C42}" srcOrd="1" destOrd="0" presId="urn:microsoft.com/office/officeart/2005/8/layout/process2"/>
    <dgm:cxn modelId="{2DB75834-5B57-4FED-B95B-C66F3932EBF9}" type="presParOf" srcId="{10EAD4AA-E36E-4B56-AA83-BDFDFA6D8C42}" destId="{B380F359-5479-4950-8EFF-A20A6425F32D}" srcOrd="0" destOrd="0" presId="urn:microsoft.com/office/officeart/2005/8/layout/process2"/>
    <dgm:cxn modelId="{0A86782E-952E-4F35-B911-1D0DA64879BD}" type="presParOf" srcId="{9FBDD4B0-2B9F-4736-9389-F48CC11526AA}" destId="{D08D7180-F360-461F-ACEC-F676A08F2ED8}" srcOrd="2" destOrd="0" presId="urn:microsoft.com/office/officeart/2005/8/layout/process2"/>
    <dgm:cxn modelId="{F692EDE2-E052-4280-AE17-1C379E4E058F}" type="presParOf" srcId="{9FBDD4B0-2B9F-4736-9389-F48CC11526AA}" destId="{342E629E-7D3E-4E5D-8053-5AE158030890}" srcOrd="3" destOrd="0" presId="urn:microsoft.com/office/officeart/2005/8/layout/process2"/>
    <dgm:cxn modelId="{606BA91A-9664-47A5-8536-A8A60EB7745B}" type="presParOf" srcId="{342E629E-7D3E-4E5D-8053-5AE158030890}" destId="{4B5C03F9-11AD-4398-B744-BFF380CC18C5}" srcOrd="0" destOrd="0" presId="urn:microsoft.com/office/officeart/2005/8/layout/process2"/>
    <dgm:cxn modelId="{9A2B4206-DFB8-459A-B4BA-C73BA06744AD}" type="presParOf" srcId="{9FBDD4B0-2B9F-4736-9389-F48CC11526AA}" destId="{5910161D-7F82-44D1-A0EA-4B0263614A4E}" srcOrd="4" destOrd="0" presId="urn:microsoft.com/office/officeart/2005/8/layout/process2"/>
    <dgm:cxn modelId="{DB38E3FA-6E8E-4DFC-ABC3-3472C2975AB6}" type="presParOf" srcId="{9FBDD4B0-2B9F-4736-9389-F48CC11526AA}" destId="{14C2EB3E-9DDE-41B7-A8FA-03CB93659C95}" srcOrd="5" destOrd="0" presId="urn:microsoft.com/office/officeart/2005/8/layout/process2"/>
    <dgm:cxn modelId="{5FA6A64F-2F0D-40E2-95D3-2F4647091298}" type="presParOf" srcId="{14C2EB3E-9DDE-41B7-A8FA-03CB93659C95}" destId="{30516A03-D32E-4668-9F29-5154E7F5FF3B}" srcOrd="0" destOrd="0" presId="urn:microsoft.com/office/officeart/2005/8/layout/process2"/>
    <dgm:cxn modelId="{672AA6E0-7666-4EEF-96D3-FA74D97496B5}" type="presParOf" srcId="{9FBDD4B0-2B9F-4736-9389-F48CC11526AA}" destId="{142CBE8C-6506-422A-AAE4-E658DA520326}" srcOrd="6" destOrd="0" presId="urn:microsoft.com/office/officeart/2005/8/layout/process2"/>
    <dgm:cxn modelId="{493FD534-C70A-402A-A681-CD444ACB8522}" type="presParOf" srcId="{9FBDD4B0-2B9F-4736-9389-F48CC11526AA}" destId="{F2012D14-0FAD-4D56-9E12-481C071C8F16}" srcOrd="7" destOrd="0" presId="urn:microsoft.com/office/officeart/2005/8/layout/process2"/>
    <dgm:cxn modelId="{833CB10D-F485-4CBC-9C9D-AB44804FCB5F}" type="presParOf" srcId="{F2012D14-0FAD-4D56-9E12-481C071C8F16}" destId="{D192D6C6-3BAE-474F-9FE5-C912F1BFBDEC}" srcOrd="0" destOrd="0" presId="urn:microsoft.com/office/officeart/2005/8/layout/process2"/>
    <dgm:cxn modelId="{B98E4239-681D-454F-823F-10CCEECBDA68}" type="presParOf" srcId="{9FBDD4B0-2B9F-4736-9389-F48CC11526AA}" destId="{BB9062D8-C84A-41FE-8C8A-3C83BBD9EDD8}" srcOrd="8" destOrd="0" presId="urn:microsoft.com/office/officeart/2005/8/layout/process2"/>
    <dgm:cxn modelId="{7C3A2772-EBCA-45E1-B4FD-ED2274C19618}" type="presParOf" srcId="{9FBDD4B0-2B9F-4736-9389-F48CC11526AA}" destId="{8E5C7226-67C0-43C9-99A3-8CCD0042B6DA}" srcOrd="9" destOrd="0" presId="urn:microsoft.com/office/officeart/2005/8/layout/process2"/>
    <dgm:cxn modelId="{B3830C20-A160-4B47-9125-5BFF071BBB47}" type="presParOf" srcId="{8E5C7226-67C0-43C9-99A3-8CCD0042B6DA}" destId="{65F6069D-7DB5-421F-B186-4AC070B15376}" srcOrd="0" destOrd="0" presId="urn:microsoft.com/office/officeart/2005/8/layout/process2"/>
    <dgm:cxn modelId="{8AABCE18-549A-40FA-BF6A-51B445306204}" type="presParOf" srcId="{9FBDD4B0-2B9F-4736-9389-F48CC11526AA}" destId="{687E3C80-89DB-4B25-AFBD-3CB5284D98E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13DB51-3184-4615-A4FC-B27E80FEB19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5B6BD4F-E3E2-400F-A561-22D3D7EA9718}">
      <dgm:prSet phldrT="[Text]" phldr="0" custT="1"/>
      <dgm:spPr/>
      <dgm:t>
        <a:bodyPr/>
        <a:lstStyle/>
        <a:p>
          <a:r>
            <a:rPr lang="en-US" sz="1600" b="1" dirty="0"/>
            <a:t>Business Requirement</a:t>
          </a:r>
        </a:p>
        <a:p>
          <a:br>
            <a:rPr lang="en-US" sz="1300" b="1" dirty="0"/>
          </a:br>
          <a:r>
            <a:rPr lang="en-US" sz="900" b="1" dirty="0"/>
            <a:t>Operational KPI’s</a:t>
          </a:r>
        </a:p>
        <a:p>
          <a:r>
            <a:rPr lang="en-US" sz="900" b="1" dirty="0"/>
            <a:t>SLA Monitoring</a:t>
          </a:r>
          <a:br>
            <a:rPr lang="en-US" sz="900" b="1" dirty="0"/>
          </a:br>
          <a:r>
            <a:rPr lang="en-US" sz="900" b="1" dirty="0"/>
            <a:t>Workforce Planning</a:t>
          </a:r>
        </a:p>
        <a:p>
          <a:endParaRPr lang="en-IN" sz="1300" dirty="0"/>
        </a:p>
      </dgm:t>
    </dgm:pt>
    <dgm:pt modelId="{9E41F900-1AAE-4866-81B7-F23FA716ECBB}" type="parTrans" cxnId="{444EB6E1-5004-462F-A5E4-45DE4970CE97}">
      <dgm:prSet/>
      <dgm:spPr/>
      <dgm:t>
        <a:bodyPr/>
        <a:lstStyle/>
        <a:p>
          <a:endParaRPr lang="en-IN"/>
        </a:p>
      </dgm:t>
    </dgm:pt>
    <dgm:pt modelId="{4A8482B0-D8FF-4FF7-9E81-B01AEE99BF0C}" type="sibTrans" cxnId="{444EB6E1-5004-462F-A5E4-45DE4970CE97}">
      <dgm:prSet/>
      <dgm:spPr/>
      <dgm:t>
        <a:bodyPr/>
        <a:lstStyle/>
        <a:p>
          <a:endParaRPr lang="en-IN"/>
        </a:p>
      </dgm:t>
    </dgm:pt>
    <dgm:pt modelId="{19275109-1098-409F-B38A-F5CE66CDAA6A}">
      <dgm:prSet phldrT="[Text]" phldr="0" custT="1"/>
      <dgm:spPr/>
      <dgm:t>
        <a:bodyPr/>
        <a:lstStyle/>
        <a:p>
          <a:r>
            <a:rPr lang="en-US" sz="1600" b="1" dirty="0"/>
            <a:t>Python Data Generator</a:t>
          </a:r>
        </a:p>
        <a:p>
          <a:r>
            <a:rPr lang="en-IN" sz="900" b="1" dirty="0"/>
            <a:t>Faker</a:t>
          </a:r>
          <a:br>
            <a:rPr lang="en-IN" sz="900" b="1" dirty="0"/>
          </a:br>
          <a:r>
            <a:rPr lang="en-IN" sz="900" b="1" dirty="0" err="1"/>
            <a:t>Numpy</a:t>
          </a:r>
          <a:br>
            <a:rPr lang="en-IN" sz="900" b="1" dirty="0"/>
          </a:br>
          <a:r>
            <a:rPr lang="en-IN" sz="900" b="1" dirty="0"/>
            <a:t>Pandas</a:t>
          </a:r>
        </a:p>
      </dgm:t>
    </dgm:pt>
    <dgm:pt modelId="{B67A4BBD-926D-44A0-BBE7-7F5F6C615942}" type="parTrans" cxnId="{4C42875E-E32D-4E6E-A3DA-76D96E4F406F}">
      <dgm:prSet/>
      <dgm:spPr/>
      <dgm:t>
        <a:bodyPr/>
        <a:lstStyle/>
        <a:p>
          <a:endParaRPr lang="en-IN"/>
        </a:p>
      </dgm:t>
    </dgm:pt>
    <dgm:pt modelId="{226B301A-70E8-4FDF-93F2-E320D813BEEC}" type="sibTrans" cxnId="{4C42875E-E32D-4E6E-A3DA-76D96E4F406F}">
      <dgm:prSet/>
      <dgm:spPr/>
      <dgm:t>
        <a:bodyPr/>
        <a:lstStyle/>
        <a:p>
          <a:endParaRPr lang="en-IN"/>
        </a:p>
      </dgm:t>
    </dgm:pt>
    <dgm:pt modelId="{470AFB9F-030F-4C80-92FF-63BF65639A9C}">
      <dgm:prSet phldrT="[Text]" phldr="0" custT="1"/>
      <dgm:spPr/>
      <dgm:t>
        <a:bodyPr/>
        <a:lstStyle/>
        <a:p>
          <a:r>
            <a:rPr lang="en-US" sz="1600" b="1" dirty="0"/>
            <a:t>Synthetic dataset</a:t>
          </a:r>
          <a:br>
            <a:rPr lang="en-US" sz="1600" b="1" dirty="0"/>
          </a:br>
          <a:br>
            <a:rPr lang="en-US" sz="1600" b="1" dirty="0"/>
          </a:br>
          <a:r>
            <a:rPr lang="en-US" sz="900" b="1" dirty="0"/>
            <a:t>100 Agents </a:t>
          </a:r>
          <a:br>
            <a:rPr lang="en-US" sz="900" b="1" dirty="0"/>
          </a:br>
          <a:r>
            <a:rPr lang="en-US" sz="900" b="1" dirty="0"/>
            <a:t>1000 Tickets</a:t>
          </a:r>
          <a:br>
            <a:rPr lang="en-US" sz="900" b="1" dirty="0"/>
          </a:br>
          <a:r>
            <a:rPr lang="en-US" sz="900" b="1" dirty="0"/>
            <a:t>Dimension Tables</a:t>
          </a:r>
          <a:endParaRPr lang="en-IN" sz="900" b="1" dirty="0"/>
        </a:p>
      </dgm:t>
    </dgm:pt>
    <dgm:pt modelId="{E3784B41-D034-4420-98E0-E51AA6FE7C40}" type="parTrans" cxnId="{97523A68-3F04-4F4E-A2D2-A99190F2AE2C}">
      <dgm:prSet/>
      <dgm:spPr/>
      <dgm:t>
        <a:bodyPr/>
        <a:lstStyle/>
        <a:p>
          <a:endParaRPr lang="en-IN"/>
        </a:p>
      </dgm:t>
    </dgm:pt>
    <dgm:pt modelId="{C22D3E91-6C9A-4E70-947D-16FCF2B3B4F7}" type="sibTrans" cxnId="{97523A68-3F04-4F4E-A2D2-A99190F2AE2C}">
      <dgm:prSet/>
      <dgm:spPr/>
      <dgm:t>
        <a:bodyPr/>
        <a:lstStyle/>
        <a:p>
          <a:endParaRPr lang="en-IN"/>
        </a:p>
      </dgm:t>
    </dgm:pt>
    <dgm:pt modelId="{4FDB48F8-E294-472D-8DC2-38C73188C67D}">
      <dgm:prSet phldrT="[Text]" phldr="0" custT="1"/>
      <dgm:spPr/>
      <dgm:t>
        <a:bodyPr/>
        <a:lstStyle/>
        <a:p>
          <a:r>
            <a:rPr lang="en-US" sz="1400" b="1" dirty="0"/>
            <a:t>Power Query</a:t>
          </a:r>
          <a:br>
            <a:rPr lang="en-US" sz="1400" b="1" dirty="0"/>
          </a:br>
          <a:br>
            <a:rPr lang="en-US" sz="1400" b="1" dirty="0"/>
          </a:br>
          <a:r>
            <a:rPr lang="en-US" sz="900" b="1" dirty="0"/>
            <a:t>Clean</a:t>
          </a:r>
          <a:br>
            <a:rPr lang="en-US" sz="900" b="1" dirty="0"/>
          </a:br>
          <a:r>
            <a:rPr lang="en-US" sz="900" b="1" dirty="0"/>
            <a:t>Transform </a:t>
          </a:r>
          <a:br>
            <a:rPr lang="en-US" sz="900" b="1" dirty="0"/>
          </a:br>
          <a:r>
            <a:rPr lang="en-US" sz="900" b="1" dirty="0"/>
            <a:t>Validate</a:t>
          </a:r>
          <a:br>
            <a:rPr lang="en-US" sz="1400" b="1" dirty="0"/>
          </a:br>
          <a:br>
            <a:rPr lang="en-US" sz="1400" b="1" dirty="0"/>
          </a:br>
          <a:endParaRPr lang="en-IN" sz="1400" b="1" dirty="0"/>
        </a:p>
      </dgm:t>
    </dgm:pt>
    <dgm:pt modelId="{BD931389-3308-4F38-ABF7-6B166CF61547}" type="parTrans" cxnId="{DB11A4B4-9E97-4EB6-9B93-652762346C72}">
      <dgm:prSet/>
      <dgm:spPr/>
      <dgm:t>
        <a:bodyPr/>
        <a:lstStyle/>
        <a:p>
          <a:endParaRPr lang="en-IN"/>
        </a:p>
      </dgm:t>
    </dgm:pt>
    <dgm:pt modelId="{5D6754E4-76F8-46BC-B638-F1B79ED2D9A2}" type="sibTrans" cxnId="{DB11A4B4-9E97-4EB6-9B93-652762346C72}">
      <dgm:prSet/>
      <dgm:spPr/>
      <dgm:t>
        <a:bodyPr/>
        <a:lstStyle/>
        <a:p>
          <a:endParaRPr lang="en-IN"/>
        </a:p>
      </dgm:t>
    </dgm:pt>
    <dgm:pt modelId="{C9210074-6A7B-4BA8-AE14-73061A4279ED}">
      <dgm:prSet phldrT="[Text]" phldr="0" custT="1"/>
      <dgm:spPr/>
      <dgm:t>
        <a:bodyPr/>
        <a:lstStyle/>
        <a:p>
          <a:r>
            <a:rPr lang="en-US" sz="1500" b="1" dirty="0"/>
            <a:t>Star Schema</a:t>
          </a:r>
          <a:br>
            <a:rPr lang="en-US" sz="1500" b="1" dirty="0"/>
          </a:br>
          <a:br>
            <a:rPr lang="en-US" sz="1500" b="1" dirty="0"/>
          </a:br>
          <a:r>
            <a:rPr lang="en-US" sz="900" b="1" dirty="0"/>
            <a:t>Fact Table</a:t>
          </a:r>
          <a:br>
            <a:rPr lang="en-US" sz="900" b="1" dirty="0"/>
          </a:br>
          <a:r>
            <a:rPr lang="en-US" sz="900" b="1" dirty="0"/>
            <a:t>4 Dimension Tables</a:t>
          </a:r>
          <a:endParaRPr lang="en-IN" sz="900" b="1" dirty="0"/>
        </a:p>
      </dgm:t>
    </dgm:pt>
    <dgm:pt modelId="{890E039F-D90E-4589-9AEB-A9F70A98347F}" type="parTrans" cxnId="{8DE11BA7-69FF-4AED-A487-319BA6EF97A4}">
      <dgm:prSet/>
      <dgm:spPr/>
      <dgm:t>
        <a:bodyPr/>
        <a:lstStyle/>
        <a:p>
          <a:endParaRPr lang="en-IN"/>
        </a:p>
      </dgm:t>
    </dgm:pt>
    <dgm:pt modelId="{39A4D50D-0265-4D4D-B70D-218749A117E3}" type="sibTrans" cxnId="{8DE11BA7-69FF-4AED-A487-319BA6EF97A4}">
      <dgm:prSet/>
      <dgm:spPr/>
      <dgm:t>
        <a:bodyPr/>
        <a:lstStyle/>
        <a:p>
          <a:endParaRPr lang="en-IN"/>
        </a:p>
      </dgm:t>
    </dgm:pt>
    <dgm:pt modelId="{8DEE0845-4A7F-48B2-8C17-E1776E5A1C7F}">
      <dgm:prSet phldrT="[Text]" phldr="0" custT="1"/>
      <dgm:spPr/>
      <dgm:t>
        <a:bodyPr/>
        <a:lstStyle/>
        <a:p>
          <a:r>
            <a:rPr lang="en-US" sz="1600" b="1" dirty="0"/>
            <a:t>Advanced DAX</a:t>
          </a:r>
          <a:br>
            <a:rPr lang="en-US" sz="1600" b="1" dirty="0"/>
          </a:br>
          <a:br>
            <a:rPr lang="en-US" sz="1600" b="1" dirty="0"/>
          </a:br>
          <a:r>
            <a:rPr lang="en-US" sz="900" b="1" dirty="0"/>
            <a:t>KPI’s</a:t>
          </a:r>
          <a:br>
            <a:rPr lang="en-US" sz="900" b="1" dirty="0"/>
          </a:br>
          <a:r>
            <a:rPr lang="en-US" sz="900" b="1" dirty="0"/>
            <a:t>Forecast</a:t>
          </a:r>
          <a:br>
            <a:rPr lang="en-US" sz="900" b="1" dirty="0"/>
          </a:br>
          <a:r>
            <a:rPr lang="en-US" sz="900" b="1" dirty="0"/>
            <a:t>What-If Analysis</a:t>
          </a:r>
          <a:br>
            <a:rPr lang="en-US" sz="900" b="1" dirty="0"/>
          </a:br>
          <a:r>
            <a:rPr lang="en-US" sz="900" b="1" dirty="0"/>
            <a:t>AI Rules</a:t>
          </a:r>
          <a:endParaRPr lang="en-IN" sz="900" b="1" dirty="0"/>
        </a:p>
      </dgm:t>
    </dgm:pt>
    <dgm:pt modelId="{8151AD83-5A9F-44FE-B4C2-E8159442AFF2}" type="parTrans" cxnId="{A2EED009-A056-4784-A9BD-0ACD2668FF4F}">
      <dgm:prSet/>
      <dgm:spPr/>
      <dgm:t>
        <a:bodyPr/>
        <a:lstStyle/>
        <a:p>
          <a:endParaRPr lang="en-IN"/>
        </a:p>
      </dgm:t>
    </dgm:pt>
    <dgm:pt modelId="{CDBA6A09-91B4-418F-8493-3F7539BD3B69}" type="sibTrans" cxnId="{A2EED009-A056-4784-A9BD-0ACD2668FF4F}">
      <dgm:prSet/>
      <dgm:spPr/>
      <dgm:t>
        <a:bodyPr/>
        <a:lstStyle/>
        <a:p>
          <a:endParaRPr lang="en-IN"/>
        </a:p>
      </dgm:t>
    </dgm:pt>
    <dgm:pt modelId="{9AC18BA4-50EE-4627-BCE8-36AD605E4402}">
      <dgm:prSet phldrT="[Text]" phldr="0" custT="1"/>
      <dgm:spPr/>
      <dgm:t>
        <a:bodyPr/>
        <a:lstStyle/>
        <a:p>
          <a:r>
            <a:rPr lang="en-US" sz="1600" b="1" dirty="0"/>
            <a:t>Power BI Dashboards</a:t>
          </a:r>
          <a:br>
            <a:rPr lang="en-US" sz="1600" b="1" dirty="0"/>
          </a:br>
          <a:br>
            <a:rPr lang="en-US" sz="1600" b="1" dirty="0"/>
          </a:br>
          <a:r>
            <a:rPr lang="en-US" sz="900" b="1" dirty="0"/>
            <a:t>Executive</a:t>
          </a:r>
          <a:br>
            <a:rPr lang="en-US" sz="900" b="1" dirty="0"/>
          </a:br>
          <a:r>
            <a:rPr lang="en-US" sz="900" b="1" dirty="0"/>
            <a:t>Agent</a:t>
          </a:r>
          <a:br>
            <a:rPr lang="en-US" sz="900" b="1" dirty="0"/>
          </a:br>
          <a:r>
            <a:rPr lang="en-US" sz="900" b="1" dirty="0"/>
            <a:t>SLA</a:t>
          </a:r>
          <a:br>
            <a:rPr lang="en-US" sz="900" b="1" dirty="0"/>
          </a:br>
          <a:r>
            <a:rPr lang="en-US" sz="900" b="1" dirty="0"/>
            <a:t>Forecast</a:t>
          </a:r>
          <a:br>
            <a:rPr lang="en-US" sz="900" b="1" dirty="0"/>
          </a:br>
          <a:r>
            <a:rPr lang="en-US" sz="900" b="1" dirty="0"/>
            <a:t>AI</a:t>
          </a:r>
          <a:br>
            <a:rPr lang="en-US" sz="900" b="1" dirty="0"/>
          </a:br>
          <a:endParaRPr lang="en-IN" sz="900" b="1" dirty="0"/>
        </a:p>
      </dgm:t>
    </dgm:pt>
    <dgm:pt modelId="{C3B75A91-0361-4729-8CC4-EC8D3FDA8508}" type="parTrans" cxnId="{8EF03601-5CDF-44AB-B4B1-28AD821F5901}">
      <dgm:prSet/>
      <dgm:spPr/>
      <dgm:t>
        <a:bodyPr/>
        <a:lstStyle/>
        <a:p>
          <a:endParaRPr lang="en-IN"/>
        </a:p>
      </dgm:t>
    </dgm:pt>
    <dgm:pt modelId="{524CCEA5-938F-4304-8097-F11AF469B42A}" type="sibTrans" cxnId="{8EF03601-5CDF-44AB-B4B1-28AD821F5901}">
      <dgm:prSet/>
      <dgm:spPr/>
      <dgm:t>
        <a:bodyPr/>
        <a:lstStyle/>
        <a:p>
          <a:endParaRPr lang="en-IN"/>
        </a:p>
      </dgm:t>
    </dgm:pt>
    <dgm:pt modelId="{29C64D0D-5352-47D6-893E-ACDF03AE2B24}">
      <dgm:prSet phldrT="[Text]" phldr="0" custT="1"/>
      <dgm:spPr/>
      <dgm:t>
        <a:bodyPr/>
        <a:lstStyle/>
        <a:p>
          <a:r>
            <a:rPr lang="en-US" sz="1600" b="1" dirty="0"/>
            <a:t>Executive Insights</a:t>
          </a:r>
          <a:br>
            <a:rPr lang="en-US" sz="1100" b="1" dirty="0"/>
          </a:br>
          <a:br>
            <a:rPr lang="en-US" sz="1100" b="1" dirty="0"/>
          </a:br>
          <a:r>
            <a:rPr lang="en-US" sz="900" b="1" dirty="0"/>
            <a:t>AI Recommendation</a:t>
          </a:r>
          <a:br>
            <a:rPr lang="en-US" sz="900" b="1" dirty="0"/>
          </a:br>
          <a:r>
            <a:rPr lang="en-US" sz="900" b="1" dirty="0"/>
            <a:t>Executive Summary</a:t>
          </a:r>
          <a:br>
            <a:rPr lang="en-US" sz="1100" b="1" dirty="0"/>
          </a:br>
          <a:endParaRPr lang="en-IN" sz="1100" b="1" dirty="0"/>
        </a:p>
      </dgm:t>
    </dgm:pt>
    <dgm:pt modelId="{D22A111D-D923-42C5-8259-35C8A1E41FCB}" type="parTrans" cxnId="{4983E2A8-E5E0-4E69-82FB-C695398A082F}">
      <dgm:prSet/>
      <dgm:spPr/>
      <dgm:t>
        <a:bodyPr/>
        <a:lstStyle/>
        <a:p>
          <a:endParaRPr lang="en-IN"/>
        </a:p>
      </dgm:t>
    </dgm:pt>
    <dgm:pt modelId="{6CB0864C-1034-4A9D-88DE-40F8C587709D}" type="sibTrans" cxnId="{4983E2A8-E5E0-4E69-82FB-C695398A082F}">
      <dgm:prSet/>
      <dgm:spPr/>
      <dgm:t>
        <a:bodyPr/>
        <a:lstStyle/>
        <a:p>
          <a:endParaRPr lang="en-IN"/>
        </a:p>
      </dgm:t>
    </dgm:pt>
    <dgm:pt modelId="{9DFFFDB0-C22E-4CB5-8C7D-828205A030A7}">
      <dgm:prSet phldrT="[Text]" phldr="0" custT="1"/>
      <dgm:spPr/>
      <dgm:t>
        <a:bodyPr/>
        <a:lstStyle/>
        <a:p>
          <a:r>
            <a:rPr lang="en-US" sz="1600" b="1" dirty="0"/>
            <a:t>Business Decision </a:t>
          </a:r>
          <a:br>
            <a:rPr lang="en-US" sz="1300" b="1" dirty="0"/>
          </a:br>
          <a:br>
            <a:rPr lang="en-US" sz="1300" b="1" dirty="0"/>
          </a:br>
          <a:r>
            <a:rPr lang="en-US" sz="900" b="1" dirty="0"/>
            <a:t>Staffing</a:t>
          </a:r>
          <a:br>
            <a:rPr lang="en-US" sz="900" b="1" dirty="0"/>
          </a:br>
          <a:r>
            <a:rPr lang="en-US" sz="900" b="1" dirty="0"/>
            <a:t>Capacity</a:t>
          </a:r>
          <a:br>
            <a:rPr lang="en-US" sz="900" b="1" dirty="0"/>
          </a:br>
          <a:r>
            <a:rPr lang="en-US" sz="900" b="1" dirty="0"/>
            <a:t>SLA Improvements</a:t>
          </a:r>
          <a:endParaRPr lang="en-IN" sz="900" b="1" dirty="0"/>
        </a:p>
      </dgm:t>
    </dgm:pt>
    <dgm:pt modelId="{2E4FAC6F-835F-4F3F-BBBD-A2614E5CD37C}" type="parTrans" cxnId="{5D66741A-B14E-4F01-B89D-47B7394B2B85}">
      <dgm:prSet/>
      <dgm:spPr/>
      <dgm:t>
        <a:bodyPr/>
        <a:lstStyle/>
        <a:p>
          <a:endParaRPr lang="en-IN"/>
        </a:p>
      </dgm:t>
    </dgm:pt>
    <dgm:pt modelId="{4B495083-69AB-4249-925C-15A6B766B123}" type="sibTrans" cxnId="{5D66741A-B14E-4F01-B89D-47B7394B2B85}">
      <dgm:prSet/>
      <dgm:spPr/>
      <dgm:t>
        <a:bodyPr/>
        <a:lstStyle/>
        <a:p>
          <a:endParaRPr lang="en-IN"/>
        </a:p>
      </dgm:t>
    </dgm:pt>
    <dgm:pt modelId="{A16C4105-25C0-48F2-A69A-0D5A22B7AF35}" type="pres">
      <dgm:prSet presAssocID="{E113DB51-3184-4615-A4FC-B27E80FEB191}" presName="CompostProcess" presStyleCnt="0">
        <dgm:presLayoutVars>
          <dgm:dir/>
          <dgm:resizeHandles val="exact"/>
        </dgm:presLayoutVars>
      </dgm:prSet>
      <dgm:spPr/>
    </dgm:pt>
    <dgm:pt modelId="{DF370AFE-5115-40B5-B25A-30B77E3EA104}" type="pres">
      <dgm:prSet presAssocID="{E113DB51-3184-4615-A4FC-B27E80FEB191}" presName="arrow" presStyleLbl="bgShp" presStyleIdx="0" presStyleCnt="1"/>
      <dgm:spPr/>
    </dgm:pt>
    <dgm:pt modelId="{B50C7B6F-EF61-493C-84A2-95D75A821F3B}" type="pres">
      <dgm:prSet presAssocID="{E113DB51-3184-4615-A4FC-B27E80FEB191}" presName="linearProcess" presStyleCnt="0"/>
      <dgm:spPr/>
    </dgm:pt>
    <dgm:pt modelId="{95C80ADC-7F02-4611-B3AA-39686A1CEEA4}" type="pres">
      <dgm:prSet presAssocID="{05B6BD4F-E3E2-400F-A561-22D3D7EA9718}" presName="textNode" presStyleLbl="node1" presStyleIdx="0" presStyleCnt="9">
        <dgm:presLayoutVars>
          <dgm:bulletEnabled val="1"/>
        </dgm:presLayoutVars>
      </dgm:prSet>
      <dgm:spPr/>
    </dgm:pt>
    <dgm:pt modelId="{80C5B963-0F47-4460-9B56-B67797D7B9E5}" type="pres">
      <dgm:prSet presAssocID="{4A8482B0-D8FF-4FF7-9E81-B01AEE99BF0C}" presName="sibTrans" presStyleCnt="0"/>
      <dgm:spPr/>
    </dgm:pt>
    <dgm:pt modelId="{B1326C58-83EB-4116-9C3F-14D905755246}" type="pres">
      <dgm:prSet presAssocID="{19275109-1098-409F-B38A-F5CE66CDAA6A}" presName="textNode" presStyleLbl="node1" presStyleIdx="1" presStyleCnt="9">
        <dgm:presLayoutVars>
          <dgm:bulletEnabled val="1"/>
        </dgm:presLayoutVars>
      </dgm:prSet>
      <dgm:spPr/>
    </dgm:pt>
    <dgm:pt modelId="{E2A2602C-F916-4B9E-A75C-BBDBE20BD94C}" type="pres">
      <dgm:prSet presAssocID="{226B301A-70E8-4FDF-93F2-E320D813BEEC}" presName="sibTrans" presStyleCnt="0"/>
      <dgm:spPr/>
    </dgm:pt>
    <dgm:pt modelId="{D4DC896A-12DC-4033-AD33-445A2448D23C}" type="pres">
      <dgm:prSet presAssocID="{470AFB9F-030F-4C80-92FF-63BF65639A9C}" presName="textNode" presStyleLbl="node1" presStyleIdx="2" presStyleCnt="9">
        <dgm:presLayoutVars>
          <dgm:bulletEnabled val="1"/>
        </dgm:presLayoutVars>
      </dgm:prSet>
      <dgm:spPr/>
    </dgm:pt>
    <dgm:pt modelId="{8D7B500D-CEB0-4B74-BE60-FA3AA43FE1AA}" type="pres">
      <dgm:prSet presAssocID="{C22D3E91-6C9A-4E70-947D-16FCF2B3B4F7}" presName="sibTrans" presStyleCnt="0"/>
      <dgm:spPr/>
    </dgm:pt>
    <dgm:pt modelId="{B5260BAF-D88F-4074-82AA-A908979CF38B}" type="pres">
      <dgm:prSet presAssocID="{4FDB48F8-E294-472D-8DC2-38C73188C67D}" presName="textNode" presStyleLbl="node1" presStyleIdx="3" presStyleCnt="9" custLinFactNeighborX="35338" custLinFactNeighborY="2075">
        <dgm:presLayoutVars>
          <dgm:bulletEnabled val="1"/>
        </dgm:presLayoutVars>
      </dgm:prSet>
      <dgm:spPr/>
    </dgm:pt>
    <dgm:pt modelId="{BFA94E78-F6CE-492C-9381-C3C505F8E298}" type="pres">
      <dgm:prSet presAssocID="{5D6754E4-76F8-46BC-B638-F1B79ED2D9A2}" presName="sibTrans" presStyleCnt="0"/>
      <dgm:spPr/>
    </dgm:pt>
    <dgm:pt modelId="{47DE65DC-6242-434A-80ED-6725B5FD93B0}" type="pres">
      <dgm:prSet presAssocID="{C9210074-6A7B-4BA8-AE14-73061A4279ED}" presName="textNode" presStyleLbl="node1" presStyleIdx="4" presStyleCnt="9">
        <dgm:presLayoutVars>
          <dgm:bulletEnabled val="1"/>
        </dgm:presLayoutVars>
      </dgm:prSet>
      <dgm:spPr/>
    </dgm:pt>
    <dgm:pt modelId="{CFA48D42-7D42-476F-AAE6-4FFF8D5BA696}" type="pres">
      <dgm:prSet presAssocID="{39A4D50D-0265-4D4D-B70D-218749A117E3}" presName="sibTrans" presStyleCnt="0"/>
      <dgm:spPr/>
    </dgm:pt>
    <dgm:pt modelId="{6AEDA52A-818F-444D-B285-565B22964767}" type="pres">
      <dgm:prSet presAssocID="{8DEE0845-4A7F-48B2-8C17-E1776E5A1C7F}" presName="textNode" presStyleLbl="node1" presStyleIdx="5" presStyleCnt="9">
        <dgm:presLayoutVars>
          <dgm:bulletEnabled val="1"/>
        </dgm:presLayoutVars>
      </dgm:prSet>
      <dgm:spPr/>
    </dgm:pt>
    <dgm:pt modelId="{382F9C03-8950-4621-A5C4-27063E0C9695}" type="pres">
      <dgm:prSet presAssocID="{CDBA6A09-91B4-418F-8493-3F7539BD3B69}" presName="sibTrans" presStyleCnt="0"/>
      <dgm:spPr/>
    </dgm:pt>
    <dgm:pt modelId="{A73494B9-CA18-4235-AD0A-0C35311CE80F}" type="pres">
      <dgm:prSet presAssocID="{9AC18BA4-50EE-4627-BCE8-36AD605E4402}" presName="textNode" presStyleLbl="node1" presStyleIdx="6" presStyleCnt="9">
        <dgm:presLayoutVars>
          <dgm:bulletEnabled val="1"/>
        </dgm:presLayoutVars>
      </dgm:prSet>
      <dgm:spPr/>
    </dgm:pt>
    <dgm:pt modelId="{5C4F4236-3CC3-485C-9F3E-B64896AE85DF}" type="pres">
      <dgm:prSet presAssocID="{524CCEA5-938F-4304-8097-F11AF469B42A}" presName="sibTrans" presStyleCnt="0"/>
      <dgm:spPr/>
    </dgm:pt>
    <dgm:pt modelId="{4EF27F7F-5688-4950-A5D3-104445315D09}" type="pres">
      <dgm:prSet presAssocID="{29C64D0D-5352-47D6-893E-ACDF03AE2B24}" presName="textNode" presStyleLbl="node1" presStyleIdx="7" presStyleCnt="9" custLinFactNeighborX="47117" custLinFactNeighborY="519">
        <dgm:presLayoutVars>
          <dgm:bulletEnabled val="1"/>
        </dgm:presLayoutVars>
      </dgm:prSet>
      <dgm:spPr/>
    </dgm:pt>
    <dgm:pt modelId="{6F1191B5-E4E9-444A-8EDF-97F840FF43F2}" type="pres">
      <dgm:prSet presAssocID="{6CB0864C-1034-4A9D-88DE-40F8C587709D}" presName="sibTrans" presStyleCnt="0"/>
      <dgm:spPr/>
    </dgm:pt>
    <dgm:pt modelId="{910A7F95-825C-4D02-A13E-9AF8BD257254}" type="pres">
      <dgm:prSet presAssocID="{9DFFFDB0-C22E-4CB5-8C7D-828205A030A7}" presName="textNode" presStyleLbl="node1" presStyleIdx="8" presStyleCnt="9" custLinFactNeighborX="47117" custLinFactNeighborY="1556">
        <dgm:presLayoutVars>
          <dgm:bulletEnabled val="1"/>
        </dgm:presLayoutVars>
      </dgm:prSet>
      <dgm:spPr/>
    </dgm:pt>
  </dgm:ptLst>
  <dgm:cxnLst>
    <dgm:cxn modelId="{8EF03601-5CDF-44AB-B4B1-28AD821F5901}" srcId="{E113DB51-3184-4615-A4FC-B27E80FEB191}" destId="{9AC18BA4-50EE-4627-BCE8-36AD605E4402}" srcOrd="6" destOrd="0" parTransId="{C3B75A91-0361-4729-8CC4-EC8D3FDA8508}" sibTransId="{524CCEA5-938F-4304-8097-F11AF469B42A}"/>
    <dgm:cxn modelId="{B8FFA603-C682-4023-9290-06CC3DD4285E}" type="presOf" srcId="{05B6BD4F-E3E2-400F-A561-22D3D7EA9718}" destId="{95C80ADC-7F02-4611-B3AA-39686A1CEEA4}" srcOrd="0" destOrd="0" presId="urn:microsoft.com/office/officeart/2005/8/layout/hProcess9"/>
    <dgm:cxn modelId="{90372B09-91B8-48C9-9789-6D7B267A99A0}" type="presOf" srcId="{19275109-1098-409F-B38A-F5CE66CDAA6A}" destId="{B1326C58-83EB-4116-9C3F-14D905755246}" srcOrd="0" destOrd="0" presId="urn:microsoft.com/office/officeart/2005/8/layout/hProcess9"/>
    <dgm:cxn modelId="{A2EED009-A056-4784-A9BD-0ACD2668FF4F}" srcId="{E113DB51-3184-4615-A4FC-B27E80FEB191}" destId="{8DEE0845-4A7F-48B2-8C17-E1776E5A1C7F}" srcOrd="5" destOrd="0" parTransId="{8151AD83-5A9F-44FE-B4C2-E8159442AFF2}" sibTransId="{CDBA6A09-91B4-418F-8493-3F7539BD3B69}"/>
    <dgm:cxn modelId="{07DE6C14-3A53-4472-9975-DC7C6BD1B1AD}" type="presOf" srcId="{9DFFFDB0-C22E-4CB5-8C7D-828205A030A7}" destId="{910A7F95-825C-4D02-A13E-9AF8BD257254}" srcOrd="0" destOrd="0" presId="urn:microsoft.com/office/officeart/2005/8/layout/hProcess9"/>
    <dgm:cxn modelId="{5D66741A-B14E-4F01-B89D-47B7394B2B85}" srcId="{E113DB51-3184-4615-A4FC-B27E80FEB191}" destId="{9DFFFDB0-C22E-4CB5-8C7D-828205A030A7}" srcOrd="8" destOrd="0" parTransId="{2E4FAC6F-835F-4F3F-BBBD-A2614E5CD37C}" sibTransId="{4B495083-69AB-4249-925C-15A6B766B123}"/>
    <dgm:cxn modelId="{E422921C-ED38-43EF-8A15-796E28D854D5}" type="presOf" srcId="{9AC18BA4-50EE-4627-BCE8-36AD605E4402}" destId="{A73494B9-CA18-4235-AD0A-0C35311CE80F}" srcOrd="0" destOrd="0" presId="urn:microsoft.com/office/officeart/2005/8/layout/hProcess9"/>
    <dgm:cxn modelId="{4C42875E-E32D-4E6E-A3DA-76D96E4F406F}" srcId="{E113DB51-3184-4615-A4FC-B27E80FEB191}" destId="{19275109-1098-409F-B38A-F5CE66CDAA6A}" srcOrd="1" destOrd="0" parTransId="{B67A4BBD-926D-44A0-BBE7-7F5F6C615942}" sibTransId="{226B301A-70E8-4FDF-93F2-E320D813BEEC}"/>
    <dgm:cxn modelId="{97523A68-3F04-4F4E-A2D2-A99190F2AE2C}" srcId="{E113DB51-3184-4615-A4FC-B27E80FEB191}" destId="{470AFB9F-030F-4C80-92FF-63BF65639A9C}" srcOrd="2" destOrd="0" parTransId="{E3784B41-D034-4420-98E0-E51AA6FE7C40}" sibTransId="{C22D3E91-6C9A-4E70-947D-16FCF2B3B4F7}"/>
    <dgm:cxn modelId="{5CF0136D-1FE4-4919-8EAE-30F5696E819D}" type="presOf" srcId="{470AFB9F-030F-4C80-92FF-63BF65639A9C}" destId="{D4DC896A-12DC-4033-AD33-445A2448D23C}" srcOrd="0" destOrd="0" presId="urn:microsoft.com/office/officeart/2005/8/layout/hProcess9"/>
    <dgm:cxn modelId="{1A27346F-F0D8-48BF-A648-90D7EBEE2356}" type="presOf" srcId="{C9210074-6A7B-4BA8-AE14-73061A4279ED}" destId="{47DE65DC-6242-434A-80ED-6725B5FD93B0}" srcOrd="0" destOrd="0" presId="urn:microsoft.com/office/officeart/2005/8/layout/hProcess9"/>
    <dgm:cxn modelId="{412D7071-27C2-42F7-A64B-6B33A0957CF1}" type="presOf" srcId="{E113DB51-3184-4615-A4FC-B27E80FEB191}" destId="{A16C4105-25C0-48F2-A69A-0D5A22B7AF35}" srcOrd="0" destOrd="0" presId="urn:microsoft.com/office/officeart/2005/8/layout/hProcess9"/>
    <dgm:cxn modelId="{45F90386-1F83-4516-80B1-F8F5481F8418}" type="presOf" srcId="{4FDB48F8-E294-472D-8DC2-38C73188C67D}" destId="{B5260BAF-D88F-4074-82AA-A908979CF38B}" srcOrd="0" destOrd="0" presId="urn:microsoft.com/office/officeart/2005/8/layout/hProcess9"/>
    <dgm:cxn modelId="{3734469C-9BD6-4860-BAE0-E3856C62A07E}" type="presOf" srcId="{29C64D0D-5352-47D6-893E-ACDF03AE2B24}" destId="{4EF27F7F-5688-4950-A5D3-104445315D09}" srcOrd="0" destOrd="0" presId="urn:microsoft.com/office/officeart/2005/8/layout/hProcess9"/>
    <dgm:cxn modelId="{8DE11BA7-69FF-4AED-A487-319BA6EF97A4}" srcId="{E113DB51-3184-4615-A4FC-B27E80FEB191}" destId="{C9210074-6A7B-4BA8-AE14-73061A4279ED}" srcOrd="4" destOrd="0" parTransId="{890E039F-D90E-4589-9AEB-A9F70A98347F}" sibTransId="{39A4D50D-0265-4D4D-B70D-218749A117E3}"/>
    <dgm:cxn modelId="{4983E2A8-E5E0-4E69-82FB-C695398A082F}" srcId="{E113DB51-3184-4615-A4FC-B27E80FEB191}" destId="{29C64D0D-5352-47D6-893E-ACDF03AE2B24}" srcOrd="7" destOrd="0" parTransId="{D22A111D-D923-42C5-8259-35C8A1E41FCB}" sibTransId="{6CB0864C-1034-4A9D-88DE-40F8C587709D}"/>
    <dgm:cxn modelId="{DB11A4B4-9E97-4EB6-9B93-652762346C72}" srcId="{E113DB51-3184-4615-A4FC-B27E80FEB191}" destId="{4FDB48F8-E294-472D-8DC2-38C73188C67D}" srcOrd="3" destOrd="0" parTransId="{BD931389-3308-4F38-ABF7-6B166CF61547}" sibTransId="{5D6754E4-76F8-46BC-B638-F1B79ED2D9A2}"/>
    <dgm:cxn modelId="{E832C0CF-C895-4C92-857E-A41C67D7F16B}" type="presOf" srcId="{8DEE0845-4A7F-48B2-8C17-E1776E5A1C7F}" destId="{6AEDA52A-818F-444D-B285-565B22964767}" srcOrd="0" destOrd="0" presId="urn:microsoft.com/office/officeart/2005/8/layout/hProcess9"/>
    <dgm:cxn modelId="{444EB6E1-5004-462F-A5E4-45DE4970CE97}" srcId="{E113DB51-3184-4615-A4FC-B27E80FEB191}" destId="{05B6BD4F-E3E2-400F-A561-22D3D7EA9718}" srcOrd="0" destOrd="0" parTransId="{9E41F900-1AAE-4866-81B7-F23FA716ECBB}" sibTransId="{4A8482B0-D8FF-4FF7-9E81-B01AEE99BF0C}"/>
    <dgm:cxn modelId="{A0AA7D57-2C4E-4954-9F2F-C0710CFB7333}" type="presParOf" srcId="{A16C4105-25C0-48F2-A69A-0D5A22B7AF35}" destId="{DF370AFE-5115-40B5-B25A-30B77E3EA104}" srcOrd="0" destOrd="0" presId="urn:microsoft.com/office/officeart/2005/8/layout/hProcess9"/>
    <dgm:cxn modelId="{653431ED-DAC1-4AC7-859E-C76224970243}" type="presParOf" srcId="{A16C4105-25C0-48F2-A69A-0D5A22B7AF35}" destId="{B50C7B6F-EF61-493C-84A2-95D75A821F3B}" srcOrd="1" destOrd="0" presId="urn:microsoft.com/office/officeart/2005/8/layout/hProcess9"/>
    <dgm:cxn modelId="{8943D30B-571E-42FB-8E0B-47E00373D2A5}" type="presParOf" srcId="{B50C7B6F-EF61-493C-84A2-95D75A821F3B}" destId="{95C80ADC-7F02-4611-B3AA-39686A1CEEA4}" srcOrd="0" destOrd="0" presId="urn:microsoft.com/office/officeart/2005/8/layout/hProcess9"/>
    <dgm:cxn modelId="{67E87D53-4C32-4C68-AE91-F6EC2376A184}" type="presParOf" srcId="{B50C7B6F-EF61-493C-84A2-95D75A821F3B}" destId="{80C5B963-0F47-4460-9B56-B67797D7B9E5}" srcOrd="1" destOrd="0" presId="urn:microsoft.com/office/officeart/2005/8/layout/hProcess9"/>
    <dgm:cxn modelId="{0DAD4190-B34E-49A0-A5EB-42E0DADEB3C4}" type="presParOf" srcId="{B50C7B6F-EF61-493C-84A2-95D75A821F3B}" destId="{B1326C58-83EB-4116-9C3F-14D905755246}" srcOrd="2" destOrd="0" presId="urn:microsoft.com/office/officeart/2005/8/layout/hProcess9"/>
    <dgm:cxn modelId="{882D6A96-0701-4B5E-9DFB-0F994A1C4B54}" type="presParOf" srcId="{B50C7B6F-EF61-493C-84A2-95D75A821F3B}" destId="{E2A2602C-F916-4B9E-A75C-BBDBE20BD94C}" srcOrd="3" destOrd="0" presId="urn:microsoft.com/office/officeart/2005/8/layout/hProcess9"/>
    <dgm:cxn modelId="{7B3BAA3D-09CD-4A34-96FE-41B595032E16}" type="presParOf" srcId="{B50C7B6F-EF61-493C-84A2-95D75A821F3B}" destId="{D4DC896A-12DC-4033-AD33-445A2448D23C}" srcOrd="4" destOrd="0" presId="urn:microsoft.com/office/officeart/2005/8/layout/hProcess9"/>
    <dgm:cxn modelId="{C2935999-2D6B-4669-B5F8-35A89049C518}" type="presParOf" srcId="{B50C7B6F-EF61-493C-84A2-95D75A821F3B}" destId="{8D7B500D-CEB0-4B74-BE60-FA3AA43FE1AA}" srcOrd="5" destOrd="0" presId="urn:microsoft.com/office/officeart/2005/8/layout/hProcess9"/>
    <dgm:cxn modelId="{A35C37A4-AF0C-44BC-A9CC-BDB22D33BA51}" type="presParOf" srcId="{B50C7B6F-EF61-493C-84A2-95D75A821F3B}" destId="{B5260BAF-D88F-4074-82AA-A908979CF38B}" srcOrd="6" destOrd="0" presId="urn:microsoft.com/office/officeart/2005/8/layout/hProcess9"/>
    <dgm:cxn modelId="{99C587CE-2281-44BF-9DCE-DA72ADD487D2}" type="presParOf" srcId="{B50C7B6F-EF61-493C-84A2-95D75A821F3B}" destId="{BFA94E78-F6CE-492C-9381-C3C505F8E298}" srcOrd="7" destOrd="0" presId="urn:microsoft.com/office/officeart/2005/8/layout/hProcess9"/>
    <dgm:cxn modelId="{28F7EDA8-13D3-472A-83AF-E655A13CB67D}" type="presParOf" srcId="{B50C7B6F-EF61-493C-84A2-95D75A821F3B}" destId="{47DE65DC-6242-434A-80ED-6725B5FD93B0}" srcOrd="8" destOrd="0" presId="urn:microsoft.com/office/officeart/2005/8/layout/hProcess9"/>
    <dgm:cxn modelId="{601A2088-E6B4-467C-BD23-E33145728A64}" type="presParOf" srcId="{B50C7B6F-EF61-493C-84A2-95D75A821F3B}" destId="{CFA48D42-7D42-476F-AAE6-4FFF8D5BA696}" srcOrd="9" destOrd="0" presId="urn:microsoft.com/office/officeart/2005/8/layout/hProcess9"/>
    <dgm:cxn modelId="{905FC1AC-851C-4A8C-AD32-50B58E337C6E}" type="presParOf" srcId="{B50C7B6F-EF61-493C-84A2-95D75A821F3B}" destId="{6AEDA52A-818F-444D-B285-565B22964767}" srcOrd="10" destOrd="0" presId="urn:microsoft.com/office/officeart/2005/8/layout/hProcess9"/>
    <dgm:cxn modelId="{50C8DC16-9314-424E-8D35-066E0692C57F}" type="presParOf" srcId="{B50C7B6F-EF61-493C-84A2-95D75A821F3B}" destId="{382F9C03-8950-4621-A5C4-27063E0C9695}" srcOrd="11" destOrd="0" presId="urn:microsoft.com/office/officeart/2005/8/layout/hProcess9"/>
    <dgm:cxn modelId="{356552B6-7783-45E5-84EB-CC24AA5E010D}" type="presParOf" srcId="{B50C7B6F-EF61-493C-84A2-95D75A821F3B}" destId="{A73494B9-CA18-4235-AD0A-0C35311CE80F}" srcOrd="12" destOrd="0" presId="urn:microsoft.com/office/officeart/2005/8/layout/hProcess9"/>
    <dgm:cxn modelId="{7679364C-E9E0-413F-B0D6-48BB70E5CA2E}" type="presParOf" srcId="{B50C7B6F-EF61-493C-84A2-95D75A821F3B}" destId="{5C4F4236-3CC3-485C-9F3E-B64896AE85DF}" srcOrd="13" destOrd="0" presId="urn:microsoft.com/office/officeart/2005/8/layout/hProcess9"/>
    <dgm:cxn modelId="{997A7A83-5D33-41A7-A81E-DA34E87199EA}" type="presParOf" srcId="{B50C7B6F-EF61-493C-84A2-95D75A821F3B}" destId="{4EF27F7F-5688-4950-A5D3-104445315D09}" srcOrd="14" destOrd="0" presId="urn:microsoft.com/office/officeart/2005/8/layout/hProcess9"/>
    <dgm:cxn modelId="{D8CE3F69-AB62-42C7-8A00-E31464884F2D}" type="presParOf" srcId="{B50C7B6F-EF61-493C-84A2-95D75A821F3B}" destId="{6F1191B5-E4E9-444A-8EDF-97F840FF43F2}" srcOrd="15" destOrd="0" presId="urn:microsoft.com/office/officeart/2005/8/layout/hProcess9"/>
    <dgm:cxn modelId="{8173E41E-42F4-4F28-845D-73AB821FB262}" type="presParOf" srcId="{B50C7B6F-EF61-493C-84A2-95D75A821F3B}" destId="{910A7F95-825C-4D02-A13E-9AF8BD257254}" srcOrd="1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C5D00-80F4-4074-9DDD-D3F53FAEBB52}">
      <dsp:nvSpPr>
        <dsp:cNvPr id="0" name=""/>
        <dsp:cNvSpPr/>
      </dsp:nvSpPr>
      <dsp:spPr>
        <a:xfrm>
          <a:off x="5081" y="264637"/>
          <a:ext cx="1575239" cy="1930898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🐍Python Data Generator</a:t>
          </a:r>
          <a:br>
            <a:rPr lang="en-IN" sz="1700" kern="1200" dirty="0"/>
          </a:br>
          <a:r>
            <a:rPr lang="en-IN" sz="1700" kern="1200" dirty="0"/>
            <a:t>(Faker • Pandas • NumPy)</a:t>
          </a:r>
        </a:p>
      </dsp:txBody>
      <dsp:txXfrm>
        <a:off x="51218" y="310774"/>
        <a:ext cx="1482965" cy="1838624"/>
      </dsp:txXfrm>
    </dsp:sp>
    <dsp:sp modelId="{807D137F-2E09-4A3F-B5A1-3766AA063F7D}">
      <dsp:nvSpPr>
        <dsp:cNvPr id="0" name=""/>
        <dsp:cNvSpPr/>
      </dsp:nvSpPr>
      <dsp:spPr>
        <a:xfrm>
          <a:off x="1737844" y="1034756"/>
          <a:ext cx="333950" cy="39065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1737844" y="1112888"/>
        <a:ext cx="233765" cy="234395"/>
      </dsp:txXfrm>
    </dsp:sp>
    <dsp:sp modelId="{476B0CC2-4F97-44F2-BDF6-8721A2C313EE}">
      <dsp:nvSpPr>
        <dsp:cNvPr id="0" name=""/>
        <dsp:cNvSpPr/>
      </dsp:nvSpPr>
      <dsp:spPr>
        <a:xfrm>
          <a:off x="2210416" y="264637"/>
          <a:ext cx="1575239" cy="19308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🗄Synthetic Enterprise Dataset</a:t>
          </a:r>
          <a:br>
            <a:rPr lang="en-IN" sz="1700" kern="1200" dirty="0"/>
          </a:br>
          <a:r>
            <a:rPr lang="en-IN" sz="1700" kern="1200" dirty="0"/>
            <a:t>(Agents • Tickets • Dimensions)</a:t>
          </a:r>
          <a:br>
            <a:rPr lang="en-IN" sz="1700" kern="1200" dirty="0"/>
          </a:br>
          <a:endParaRPr lang="en-IN" sz="1700" kern="1200" dirty="0"/>
        </a:p>
      </dsp:txBody>
      <dsp:txXfrm>
        <a:off x="2256553" y="310774"/>
        <a:ext cx="1482965" cy="1838624"/>
      </dsp:txXfrm>
    </dsp:sp>
    <dsp:sp modelId="{3224496D-1066-40FE-936F-862E698FA8ED}">
      <dsp:nvSpPr>
        <dsp:cNvPr id="0" name=""/>
        <dsp:cNvSpPr/>
      </dsp:nvSpPr>
      <dsp:spPr>
        <a:xfrm>
          <a:off x="3943179" y="1034756"/>
          <a:ext cx="333950" cy="39065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3943179" y="1112888"/>
        <a:ext cx="233765" cy="234395"/>
      </dsp:txXfrm>
    </dsp:sp>
    <dsp:sp modelId="{5A5A0A47-C176-4D13-B779-8055C0591CE9}">
      <dsp:nvSpPr>
        <dsp:cNvPr id="0" name=""/>
        <dsp:cNvSpPr/>
      </dsp:nvSpPr>
      <dsp:spPr>
        <a:xfrm>
          <a:off x="4415751" y="264637"/>
          <a:ext cx="1575239" cy="1930898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⚙Power Query (ETL)</a:t>
          </a:r>
          <a:br>
            <a:rPr lang="en-IN" sz="1700" kern="1200" dirty="0"/>
          </a:br>
          <a:r>
            <a:rPr lang="en-IN" sz="1700" kern="1200" dirty="0"/>
            <a:t>(Cleaning • Transformation • Validation)</a:t>
          </a:r>
        </a:p>
      </dsp:txBody>
      <dsp:txXfrm>
        <a:off x="4461888" y="310774"/>
        <a:ext cx="1482965" cy="1838624"/>
      </dsp:txXfrm>
    </dsp:sp>
    <dsp:sp modelId="{202B2C1F-0946-45C8-95A7-30C257F79798}">
      <dsp:nvSpPr>
        <dsp:cNvPr id="0" name=""/>
        <dsp:cNvSpPr/>
      </dsp:nvSpPr>
      <dsp:spPr>
        <a:xfrm>
          <a:off x="6148514" y="1034756"/>
          <a:ext cx="333950" cy="39065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6148514" y="1112888"/>
        <a:ext cx="233765" cy="234395"/>
      </dsp:txXfrm>
    </dsp:sp>
    <dsp:sp modelId="{1948C213-61B5-4615-9CA7-2405BBE6E5F3}">
      <dsp:nvSpPr>
        <dsp:cNvPr id="0" name=""/>
        <dsp:cNvSpPr/>
      </dsp:nvSpPr>
      <dsp:spPr>
        <a:xfrm>
          <a:off x="6621086" y="264637"/>
          <a:ext cx="1575239" cy="1930898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⭐Star Schema Data Model</a:t>
          </a:r>
          <a:br>
            <a:rPr lang="en-IN" sz="1700" kern="1200" dirty="0"/>
          </a:br>
          <a:r>
            <a:rPr lang="en-IN" sz="1700" kern="1200" dirty="0"/>
            <a:t>(Fact + Dimension Tables)</a:t>
          </a:r>
        </a:p>
      </dsp:txBody>
      <dsp:txXfrm>
        <a:off x="6667223" y="310774"/>
        <a:ext cx="1482965" cy="1838624"/>
      </dsp:txXfrm>
    </dsp:sp>
    <dsp:sp modelId="{E65C78EB-DBCA-4F55-8DB6-29B124167030}">
      <dsp:nvSpPr>
        <dsp:cNvPr id="0" name=""/>
        <dsp:cNvSpPr/>
      </dsp:nvSpPr>
      <dsp:spPr>
        <a:xfrm>
          <a:off x="8353849" y="1034756"/>
          <a:ext cx="333950" cy="39065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8353849" y="1112888"/>
        <a:ext cx="233765" cy="234395"/>
      </dsp:txXfrm>
    </dsp:sp>
    <dsp:sp modelId="{F19FF306-256F-4ABB-8C27-518E82FDC399}">
      <dsp:nvSpPr>
        <dsp:cNvPr id="0" name=""/>
        <dsp:cNvSpPr/>
      </dsp:nvSpPr>
      <dsp:spPr>
        <a:xfrm>
          <a:off x="8826421" y="264637"/>
          <a:ext cx="1575239" cy="19308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📊 Advanced DAX Engine</a:t>
          </a:r>
          <a:br>
            <a:rPr lang="en-IN" sz="1700" kern="1200" dirty="0"/>
          </a:br>
          <a:r>
            <a:rPr lang="en-IN" sz="1700" kern="1200" dirty="0"/>
            <a:t>(KPIs • Forecasting • AI Rules)</a:t>
          </a:r>
        </a:p>
      </dsp:txBody>
      <dsp:txXfrm>
        <a:off x="8872558" y="310774"/>
        <a:ext cx="1482965" cy="18386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6E7EA-9B51-44C8-8DF8-D47027F52417}">
      <dsp:nvSpPr>
        <dsp:cNvPr id="0" name=""/>
        <dsp:cNvSpPr/>
      </dsp:nvSpPr>
      <dsp:spPr>
        <a:xfrm>
          <a:off x="4932072" y="929"/>
          <a:ext cx="2567341" cy="284469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Executive Dashboard</a:t>
          </a:r>
        </a:p>
      </dsp:txBody>
      <dsp:txXfrm>
        <a:off x="4940404" y="9261"/>
        <a:ext cx="2550677" cy="267805"/>
      </dsp:txXfrm>
    </dsp:sp>
    <dsp:sp modelId="{10EAD4AA-E36E-4B56-AA83-BDFDFA6D8C42}">
      <dsp:nvSpPr>
        <dsp:cNvPr id="0" name=""/>
        <dsp:cNvSpPr/>
      </dsp:nvSpPr>
      <dsp:spPr>
        <a:xfrm rot="5400000">
          <a:off x="6147901" y="294444"/>
          <a:ext cx="135683" cy="162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6166897" y="308013"/>
        <a:ext cx="97692" cy="94978"/>
      </dsp:txXfrm>
    </dsp:sp>
    <dsp:sp modelId="{D08D7180-F360-461F-ACEC-F676A08F2ED8}">
      <dsp:nvSpPr>
        <dsp:cNvPr id="0" name=""/>
        <dsp:cNvSpPr/>
      </dsp:nvSpPr>
      <dsp:spPr>
        <a:xfrm>
          <a:off x="4907149" y="466310"/>
          <a:ext cx="2617186" cy="298819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Agent Performance</a:t>
          </a:r>
        </a:p>
      </dsp:txBody>
      <dsp:txXfrm>
        <a:off x="4915901" y="475062"/>
        <a:ext cx="2599682" cy="281315"/>
      </dsp:txXfrm>
    </dsp:sp>
    <dsp:sp modelId="{342E629E-7D3E-4E5D-8053-5AE158030890}">
      <dsp:nvSpPr>
        <dsp:cNvPr id="0" name=""/>
        <dsp:cNvSpPr/>
      </dsp:nvSpPr>
      <dsp:spPr>
        <a:xfrm rot="5400000">
          <a:off x="6147901" y="774175"/>
          <a:ext cx="135683" cy="162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6166897" y="787744"/>
        <a:ext cx="97692" cy="94978"/>
      </dsp:txXfrm>
    </dsp:sp>
    <dsp:sp modelId="{5910161D-7F82-44D1-A0EA-4B0263614A4E}">
      <dsp:nvSpPr>
        <dsp:cNvPr id="0" name=""/>
        <dsp:cNvSpPr/>
      </dsp:nvSpPr>
      <dsp:spPr>
        <a:xfrm>
          <a:off x="4936356" y="946041"/>
          <a:ext cx="2558773" cy="376571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SLA &amp; Operations</a:t>
          </a:r>
        </a:p>
      </dsp:txBody>
      <dsp:txXfrm>
        <a:off x="4947385" y="957070"/>
        <a:ext cx="2536715" cy="354513"/>
      </dsp:txXfrm>
    </dsp:sp>
    <dsp:sp modelId="{14C2EB3E-9DDE-41B7-A8FA-03CB93659C95}">
      <dsp:nvSpPr>
        <dsp:cNvPr id="0" name=""/>
        <dsp:cNvSpPr/>
      </dsp:nvSpPr>
      <dsp:spPr>
        <a:xfrm rot="5400000">
          <a:off x="6147901" y="1331658"/>
          <a:ext cx="135683" cy="162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6166897" y="1345227"/>
        <a:ext cx="97692" cy="94978"/>
      </dsp:txXfrm>
    </dsp:sp>
    <dsp:sp modelId="{142CBE8C-6506-422A-AAE4-E658DA520326}">
      <dsp:nvSpPr>
        <dsp:cNvPr id="0" name=""/>
        <dsp:cNvSpPr/>
      </dsp:nvSpPr>
      <dsp:spPr>
        <a:xfrm>
          <a:off x="4934199" y="1503525"/>
          <a:ext cx="2563086" cy="38588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Forecasting</a:t>
          </a:r>
        </a:p>
      </dsp:txBody>
      <dsp:txXfrm>
        <a:off x="4945501" y="1514827"/>
        <a:ext cx="2540482" cy="363280"/>
      </dsp:txXfrm>
    </dsp:sp>
    <dsp:sp modelId="{F2012D14-0FAD-4D56-9E12-481C071C8F16}">
      <dsp:nvSpPr>
        <dsp:cNvPr id="0" name=""/>
        <dsp:cNvSpPr/>
      </dsp:nvSpPr>
      <dsp:spPr>
        <a:xfrm rot="5400000">
          <a:off x="6147901" y="1898455"/>
          <a:ext cx="135683" cy="162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6166897" y="1912024"/>
        <a:ext cx="97692" cy="94978"/>
      </dsp:txXfrm>
    </dsp:sp>
    <dsp:sp modelId="{BB9062D8-C84A-41FE-8C8A-3C83BBD9EDD8}">
      <dsp:nvSpPr>
        <dsp:cNvPr id="0" name=""/>
        <dsp:cNvSpPr/>
      </dsp:nvSpPr>
      <dsp:spPr>
        <a:xfrm>
          <a:off x="4899558" y="2070321"/>
          <a:ext cx="2632368" cy="334010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AI Insights</a:t>
          </a:r>
        </a:p>
      </dsp:txBody>
      <dsp:txXfrm>
        <a:off x="4909341" y="2080104"/>
        <a:ext cx="2612802" cy="314444"/>
      </dsp:txXfrm>
    </dsp:sp>
    <dsp:sp modelId="{8E5C7226-67C0-43C9-99A3-8CCD0042B6DA}">
      <dsp:nvSpPr>
        <dsp:cNvPr id="0" name=""/>
        <dsp:cNvSpPr/>
      </dsp:nvSpPr>
      <dsp:spPr>
        <a:xfrm rot="5400000">
          <a:off x="6147901" y="2413377"/>
          <a:ext cx="135683" cy="162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6166897" y="2426946"/>
        <a:ext cx="97692" cy="94978"/>
      </dsp:txXfrm>
    </dsp:sp>
    <dsp:sp modelId="{687E3C80-89DB-4B25-AFBD-3CB5284D98E0}">
      <dsp:nvSpPr>
        <dsp:cNvPr id="0" name=""/>
        <dsp:cNvSpPr/>
      </dsp:nvSpPr>
      <dsp:spPr>
        <a:xfrm>
          <a:off x="3636504" y="2585243"/>
          <a:ext cx="5158476" cy="472711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Executive Decision Support &amp; </a:t>
          </a:r>
          <a:br>
            <a:rPr lang="en-IN" sz="1100" kern="1200" dirty="0"/>
          </a:br>
          <a:r>
            <a:rPr lang="en-IN" sz="1100" kern="1200" dirty="0"/>
            <a:t>Business Recommendations</a:t>
          </a:r>
        </a:p>
      </dsp:txBody>
      <dsp:txXfrm>
        <a:off x="3650349" y="2599088"/>
        <a:ext cx="5130786" cy="4450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370AFE-5115-40B5-B25A-30B77E3EA104}">
      <dsp:nvSpPr>
        <dsp:cNvPr id="0" name=""/>
        <dsp:cNvSpPr/>
      </dsp:nvSpPr>
      <dsp:spPr>
        <a:xfrm>
          <a:off x="970733" y="0"/>
          <a:ext cx="11001646" cy="51054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80ADC-7F02-4611-B3AA-39686A1CEEA4}">
      <dsp:nvSpPr>
        <dsp:cNvPr id="0" name=""/>
        <dsp:cNvSpPr/>
      </dsp:nvSpPr>
      <dsp:spPr>
        <a:xfrm>
          <a:off x="6319" y="1531620"/>
          <a:ext cx="1251336" cy="204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Business Requirement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300" b="1" kern="1200" dirty="0"/>
          </a:br>
          <a:r>
            <a:rPr lang="en-US" sz="900" b="1" kern="1200" dirty="0"/>
            <a:t>Operational KPI’s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SLA Monitoring</a:t>
          </a:r>
          <a:br>
            <a:rPr lang="en-US" sz="900" b="1" kern="1200" dirty="0"/>
          </a:br>
          <a:r>
            <a:rPr lang="en-US" sz="900" b="1" kern="1200" dirty="0"/>
            <a:t>Workforce Planning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/>
        </a:p>
      </dsp:txBody>
      <dsp:txXfrm>
        <a:off x="67404" y="1592705"/>
        <a:ext cx="1129166" cy="1919990"/>
      </dsp:txXfrm>
    </dsp:sp>
    <dsp:sp modelId="{B1326C58-83EB-4116-9C3F-14D905755246}">
      <dsp:nvSpPr>
        <dsp:cNvPr id="0" name=""/>
        <dsp:cNvSpPr/>
      </dsp:nvSpPr>
      <dsp:spPr>
        <a:xfrm>
          <a:off x="1466212" y="1531620"/>
          <a:ext cx="1251336" cy="204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Python Data Generator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Faker</a:t>
          </a:r>
          <a:br>
            <a:rPr lang="en-IN" sz="900" b="1" kern="1200" dirty="0"/>
          </a:br>
          <a:r>
            <a:rPr lang="en-IN" sz="900" b="1" kern="1200" dirty="0" err="1"/>
            <a:t>Numpy</a:t>
          </a:r>
          <a:br>
            <a:rPr lang="en-IN" sz="900" b="1" kern="1200" dirty="0"/>
          </a:br>
          <a:r>
            <a:rPr lang="en-IN" sz="900" b="1" kern="1200" dirty="0"/>
            <a:t>Pandas</a:t>
          </a:r>
        </a:p>
      </dsp:txBody>
      <dsp:txXfrm>
        <a:off x="1527297" y="1592705"/>
        <a:ext cx="1129166" cy="1919990"/>
      </dsp:txXfrm>
    </dsp:sp>
    <dsp:sp modelId="{D4DC896A-12DC-4033-AD33-445A2448D23C}">
      <dsp:nvSpPr>
        <dsp:cNvPr id="0" name=""/>
        <dsp:cNvSpPr/>
      </dsp:nvSpPr>
      <dsp:spPr>
        <a:xfrm>
          <a:off x="2926104" y="1531620"/>
          <a:ext cx="1251336" cy="204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Synthetic dataset</a:t>
          </a:r>
          <a:br>
            <a:rPr lang="en-US" sz="1600" b="1" kern="1200" dirty="0"/>
          </a:br>
          <a:br>
            <a:rPr lang="en-US" sz="1600" b="1" kern="1200" dirty="0"/>
          </a:br>
          <a:r>
            <a:rPr lang="en-US" sz="900" b="1" kern="1200" dirty="0"/>
            <a:t>100 Agents </a:t>
          </a:r>
          <a:br>
            <a:rPr lang="en-US" sz="900" b="1" kern="1200" dirty="0"/>
          </a:br>
          <a:r>
            <a:rPr lang="en-US" sz="900" b="1" kern="1200" dirty="0"/>
            <a:t>1000 Tickets</a:t>
          </a:r>
          <a:br>
            <a:rPr lang="en-US" sz="900" b="1" kern="1200" dirty="0"/>
          </a:br>
          <a:r>
            <a:rPr lang="en-US" sz="900" b="1" kern="1200" dirty="0"/>
            <a:t>Dimension Tables</a:t>
          </a:r>
          <a:endParaRPr lang="en-IN" sz="900" b="1" kern="1200" dirty="0"/>
        </a:p>
      </dsp:txBody>
      <dsp:txXfrm>
        <a:off x="2987189" y="1592705"/>
        <a:ext cx="1129166" cy="1919990"/>
      </dsp:txXfrm>
    </dsp:sp>
    <dsp:sp modelId="{B5260BAF-D88F-4074-82AA-A908979CF38B}">
      <dsp:nvSpPr>
        <dsp:cNvPr id="0" name=""/>
        <dsp:cNvSpPr/>
      </dsp:nvSpPr>
      <dsp:spPr>
        <a:xfrm>
          <a:off x="4459696" y="1573994"/>
          <a:ext cx="1251336" cy="204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Power Query</a:t>
          </a:r>
          <a:br>
            <a:rPr lang="en-US" sz="1400" b="1" kern="1200" dirty="0"/>
          </a:br>
          <a:br>
            <a:rPr lang="en-US" sz="1400" b="1" kern="1200" dirty="0"/>
          </a:br>
          <a:r>
            <a:rPr lang="en-US" sz="900" b="1" kern="1200" dirty="0"/>
            <a:t>Clean</a:t>
          </a:r>
          <a:br>
            <a:rPr lang="en-US" sz="900" b="1" kern="1200" dirty="0"/>
          </a:br>
          <a:r>
            <a:rPr lang="en-US" sz="900" b="1" kern="1200" dirty="0"/>
            <a:t>Transform </a:t>
          </a:r>
          <a:br>
            <a:rPr lang="en-US" sz="900" b="1" kern="1200" dirty="0"/>
          </a:br>
          <a:r>
            <a:rPr lang="en-US" sz="900" b="1" kern="1200" dirty="0"/>
            <a:t>Validate</a:t>
          </a:r>
          <a:br>
            <a:rPr lang="en-US" sz="1400" b="1" kern="1200" dirty="0"/>
          </a:br>
          <a:br>
            <a:rPr lang="en-US" sz="1400" b="1" kern="1200" dirty="0"/>
          </a:br>
          <a:endParaRPr lang="en-IN" sz="1400" b="1" kern="1200" dirty="0"/>
        </a:p>
      </dsp:txBody>
      <dsp:txXfrm>
        <a:off x="4520781" y="1635079"/>
        <a:ext cx="1129166" cy="1919990"/>
      </dsp:txXfrm>
    </dsp:sp>
    <dsp:sp modelId="{47DE65DC-6242-434A-80ED-6725B5FD93B0}">
      <dsp:nvSpPr>
        <dsp:cNvPr id="0" name=""/>
        <dsp:cNvSpPr/>
      </dsp:nvSpPr>
      <dsp:spPr>
        <a:xfrm>
          <a:off x="5845888" y="1531620"/>
          <a:ext cx="1251336" cy="204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Star Schema</a:t>
          </a:r>
          <a:br>
            <a:rPr lang="en-US" sz="1500" b="1" kern="1200" dirty="0"/>
          </a:br>
          <a:br>
            <a:rPr lang="en-US" sz="1500" b="1" kern="1200" dirty="0"/>
          </a:br>
          <a:r>
            <a:rPr lang="en-US" sz="900" b="1" kern="1200" dirty="0"/>
            <a:t>Fact Table</a:t>
          </a:r>
          <a:br>
            <a:rPr lang="en-US" sz="900" b="1" kern="1200" dirty="0"/>
          </a:br>
          <a:r>
            <a:rPr lang="en-US" sz="900" b="1" kern="1200" dirty="0"/>
            <a:t>4 Dimension Tables</a:t>
          </a:r>
          <a:endParaRPr lang="en-IN" sz="900" b="1" kern="1200" dirty="0"/>
        </a:p>
      </dsp:txBody>
      <dsp:txXfrm>
        <a:off x="5906973" y="1592705"/>
        <a:ext cx="1129166" cy="1919990"/>
      </dsp:txXfrm>
    </dsp:sp>
    <dsp:sp modelId="{6AEDA52A-818F-444D-B285-565B22964767}">
      <dsp:nvSpPr>
        <dsp:cNvPr id="0" name=""/>
        <dsp:cNvSpPr/>
      </dsp:nvSpPr>
      <dsp:spPr>
        <a:xfrm>
          <a:off x="7305781" y="1531620"/>
          <a:ext cx="1251336" cy="204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Advanced DAX</a:t>
          </a:r>
          <a:br>
            <a:rPr lang="en-US" sz="1600" b="1" kern="1200" dirty="0"/>
          </a:br>
          <a:br>
            <a:rPr lang="en-US" sz="1600" b="1" kern="1200" dirty="0"/>
          </a:br>
          <a:r>
            <a:rPr lang="en-US" sz="900" b="1" kern="1200" dirty="0"/>
            <a:t>KPI’s</a:t>
          </a:r>
          <a:br>
            <a:rPr lang="en-US" sz="900" b="1" kern="1200" dirty="0"/>
          </a:br>
          <a:r>
            <a:rPr lang="en-US" sz="900" b="1" kern="1200" dirty="0"/>
            <a:t>Forecast</a:t>
          </a:r>
          <a:br>
            <a:rPr lang="en-US" sz="900" b="1" kern="1200" dirty="0"/>
          </a:br>
          <a:r>
            <a:rPr lang="en-US" sz="900" b="1" kern="1200" dirty="0"/>
            <a:t>What-If Analysis</a:t>
          </a:r>
          <a:br>
            <a:rPr lang="en-US" sz="900" b="1" kern="1200" dirty="0"/>
          </a:br>
          <a:r>
            <a:rPr lang="en-US" sz="900" b="1" kern="1200" dirty="0"/>
            <a:t>AI Rules</a:t>
          </a:r>
          <a:endParaRPr lang="en-IN" sz="900" b="1" kern="1200" dirty="0"/>
        </a:p>
      </dsp:txBody>
      <dsp:txXfrm>
        <a:off x="7366866" y="1592705"/>
        <a:ext cx="1129166" cy="1919990"/>
      </dsp:txXfrm>
    </dsp:sp>
    <dsp:sp modelId="{A73494B9-CA18-4235-AD0A-0C35311CE80F}">
      <dsp:nvSpPr>
        <dsp:cNvPr id="0" name=""/>
        <dsp:cNvSpPr/>
      </dsp:nvSpPr>
      <dsp:spPr>
        <a:xfrm>
          <a:off x="8765673" y="1531620"/>
          <a:ext cx="1251336" cy="204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Power BI Dashboards</a:t>
          </a:r>
          <a:br>
            <a:rPr lang="en-US" sz="1600" b="1" kern="1200" dirty="0"/>
          </a:br>
          <a:br>
            <a:rPr lang="en-US" sz="1600" b="1" kern="1200" dirty="0"/>
          </a:br>
          <a:r>
            <a:rPr lang="en-US" sz="900" b="1" kern="1200" dirty="0"/>
            <a:t>Executive</a:t>
          </a:r>
          <a:br>
            <a:rPr lang="en-US" sz="900" b="1" kern="1200" dirty="0"/>
          </a:br>
          <a:r>
            <a:rPr lang="en-US" sz="900" b="1" kern="1200" dirty="0"/>
            <a:t>Agent</a:t>
          </a:r>
          <a:br>
            <a:rPr lang="en-US" sz="900" b="1" kern="1200" dirty="0"/>
          </a:br>
          <a:r>
            <a:rPr lang="en-US" sz="900" b="1" kern="1200" dirty="0"/>
            <a:t>SLA</a:t>
          </a:r>
          <a:br>
            <a:rPr lang="en-US" sz="900" b="1" kern="1200" dirty="0"/>
          </a:br>
          <a:r>
            <a:rPr lang="en-US" sz="900" b="1" kern="1200" dirty="0"/>
            <a:t>Forecast</a:t>
          </a:r>
          <a:br>
            <a:rPr lang="en-US" sz="900" b="1" kern="1200" dirty="0"/>
          </a:br>
          <a:r>
            <a:rPr lang="en-US" sz="900" b="1" kern="1200" dirty="0"/>
            <a:t>AI</a:t>
          </a:r>
          <a:br>
            <a:rPr lang="en-US" sz="900" b="1" kern="1200" dirty="0"/>
          </a:br>
          <a:endParaRPr lang="en-IN" sz="900" b="1" kern="1200" dirty="0"/>
        </a:p>
      </dsp:txBody>
      <dsp:txXfrm>
        <a:off x="8826758" y="1592705"/>
        <a:ext cx="1129166" cy="1919990"/>
      </dsp:txXfrm>
    </dsp:sp>
    <dsp:sp modelId="{4EF27F7F-5688-4950-A5D3-104445315D09}">
      <dsp:nvSpPr>
        <dsp:cNvPr id="0" name=""/>
        <dsp:cNvSpPr/>
      </dsp:nvSpPr>
      <dsp:spPr>
        <a:xfrm>
          <a:off x="10323830" y="1542218"/>
          <a:ext cx="1251336" cy="204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Executive Insights</a:t>
          </a:r>
          <a:br>
            <a:rPr lang="en-US" sz="1100" b="1" kern="1200" dirty="0"/>
          </a:br>
          <a:br>
            <a:rPr lang="en-US" sz="1100" b="1" kern="1200" dirty="0"/>
          </a:br>
          <a:r>
            <a:rPr lang="en-US" sz="900" b="1" kern="1200" dirty="0"/>
            <a:t>AI Recommendation</a:t>
          </a:r>
          <a:br>
            <a:rPr lang="en-US" sz="900" b="1" kern="1200" dirty="0"/>
          </a:br>
          <a:r>
            <a:rPr lang="en-US" sz="900" b="1" kern="1200" dirty="0"/>
            <a:t>Executive Summary</a:t>
          </a:r>
          <a:br>
            <a:rPr lang="en-US" sz="1100" b="1" kern="1200" dirty="0"/>
          </a:br>
          <a:endParaRPr lang="en-IN" sz="1100" b="1" kern="1200" dirty="0"/>
        </a:p>
      </dsp:txBody>
      <dsp:txXfrm>
        <a:off x="10384915" y="1603303"/>
        <a:ext cx="1129166" cy="1919990"/>
      </dsp:txXfrm>
    </dsp:sp>
    <dsp:sp modelId="{910A7F95-825C-4D02-A13E-9AF8BD257254}">
      <dsp:nvSpPr>
        <dsp:cNvPr id="0" name=""/>
        <dsp:cNvSpPr/>
      </dsp:nvSpPr>
      <dsp:spPr>
        <a:xfrm>
          <a:off x="11691777" y="1563396"/>
          <a:ext cx="1251336" cy="204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Business Decision </a:t>
          </a:r>
          <a:br>
            <a:rPr lang="en-US" sz="1300" b="1" kern="1200" dirty="0"/>
          </a:br>
          <a:br>
            <a:rPr lang="en-US" sz="1300" b="1" kern="1200" dirty="0"/>
          </a:br>
          <a:r>
            <a:rPr lang="en-US" sz="900" b="1" kern="1200" dirty="0"/>
            <a:t>Staffing</a:t>
          </a:r>
          <a:br>
            <a:rPr lang="en-US" sz="900" b="1" kern="1200" dirty="0"/>
          </a:br>
          <a:r>
            <a:rPr lang="en-US" sz="900" b="1" kern="1200" dirty="0"/>
            <a:t>Capacity</a:t>
          </a:r>
          <a:br>
            <a:rPr lang="en-US" sz="900" b="1" kern="1200" dirty="0"/>
          </a:br>
          <a:r>
            <a:rPr lang="en-US" sz="900" b="1" kern="1200" dirty="0"/>
            <a:t>SLA Improvements</a:t>
          </a:r>
          <a:endParaRPr lang="en-IN" sz="900" b="1" kern="1200" dirty="0"/>
        </a:p>
      </dsp:txBody>
      <dsp:txXfrm>
        <a:off x="11752862" y="1624481"/>
        <a:ext cx="1129166" cy="1919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E1FE3-F16A-422B-9FF8-C4B4C512B1F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54299-2D3A-42CC-B0D4-91D1D10A9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24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54299-2D3A-42CC-B0D4-91D1D10A9DF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017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54299-2D3A-42CC-B0D4-91D1D10A9DF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92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17E2-5A79-5A25-CF33-A5B4B3F25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47F0A-4847-757F-497B-91A2869CA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5ACD4-156E-5668-6149-903F9F11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50DCE-C003-3305-0F6E-89FB7445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80CC3-88C7-5CD0-517D-AAB1A1C0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93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D826-D03F-E29A-85F8-3A3FE43C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111A7-E34C-FD40-2BF8-5DF6D72B7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2407F-0BDE-BE9B-AA00-ACE0CAF4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21F4E-8BCC-584F-2769-DCC614002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3519C-B92F-BCA5-C9AB-3A2352FF1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93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1EA4-B8B9-3DFB-475D-96A0DF6B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847A9-4F8C-08AE-32CC-AB7CA3523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2A267-054D-B76C-3066-1D0809BA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06807-DF39-42D3-CF2B-5B5FAAF8D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2B9F9-9D37-25BA-A2C6-75B42E5A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5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FB874-5A7B-9B41-E1BE-28B898A5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EF367-9519-EC20-40BE-1F89F3047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ED742-31BD-AB28-DBC2-231D1F157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C1141-2FB3-4EA1-3338-0F5B6B60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E545E-B4DD-60E2-9D14-34F5AA772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7D263-CC47-6092-D2AC-CFC28AB9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341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1FFF-EAB3-1B49-D202-987FEB34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BE326-D430-E7AA-0E15-EF1B18CFF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0D57F-4A4E-C1DA-ADBD-EF989403D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BA522-C437-B409-9A58-C82492A23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C185D6-D5B2-2179-0AAF-3672C3C9D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A404CC-D712-BB23-8056-89E8C15A8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E9C74C-5B43-D7AF-CD01-6DE8F6B32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F2597C-4558-BCBE-58D4-FFA5FEF4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087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39F0-251A-4269-67EB-9D9A65A36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8099D-9D54-4E76-2656-1C95D624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5D5CB-BAED-CCF6-EC00-32672AE9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5C3ED-0B81-4B6C-C6CB-D9542B72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6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FB9220-DF67-0CF2-6C52-F87EBC3B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339537-3F8C-AC01-7F42-8D1231F3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7605A-3686-3DD9-033B-515AF919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016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89460-322D-4822-DBD8-E9941E5A7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6E024-3978-6E6D-0EA3-BDC16A336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60031-3A68-832D-08CD-CAC2DE432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4912E-C79F-ECD1-2291-549936E8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37DE6-3138-64E4-6AD7-04DD1E27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03B82-A1B1-BF6A-B1D4-779AF446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7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C5BA-68BA-479A-EC72-8000E5A4C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C1956F-E0B9-61C5-2C17-D02292F718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D22EE-2DC2-005D-DDCB-48A26A31A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CDFAF-B704-8353-C969-A98BD7FB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344C2-677B-706E-71A5-0EA6F7A38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1F5E5-2E1F-BFEE-FE98-C05CE8D5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706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D192-711A-3C2D-09AA-0EDABDF9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01ACA-879F-1EC7-F23B-6C2647904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F679B-75A0-61C5-4101-7D5AD2733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5EF23-38B9-D2E3-0F66-2A9ACB70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E25AC-D1E1-6A70-3997-466CBB16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2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F8D7A-C55B-0300-44E0-86B90C0C6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1DF3E-0C10-8BD9-4FDB-EEB2B16EF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EB0EF-19EF-7EAC-A51D-88169EFB8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DF38C-1B56-8B87-4C14-FA570C75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062E3-105E-A852-7023-324AAD4D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22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D04A0-468C-1F69-3925-2D2E55BB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495FB-453C-3C9A-E1DD-8D4F0B89B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00F35-3257-CD7B-5B79-7ECA32F26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BE043-E865-49F9-8DCC-EE25F496728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267EC-5534-C555-FCBF-E85BE7C25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4137D-0DAA-DF91-2E97-2391C91F8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081BD-8F39-409E-B936-EB01DD799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03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07D548D-C7BC-5A8B-165F-56026BC031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929763"/>
              </p:ext>
            </p:extLst>
          </p:nvPr>
        </p:nvGraphicFramePr>
        <p:xfrm>
          <a:off x="1" y="1164770"/>
          <a:ext cx="10406742" cy="2460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4448C64-3A3B-9634-3381-E1D4A8D07AB9}"/>
              </a:ext>
            </a:extLst>
          </p:cNvPr>
          <p:cNvSpPr/>
          <p:nvPr/>
        </p:nvSpPr>
        <p:spPr>
          <a:xfrm>
            <a:off x="2117271" y="119742"/>
            <a:ext cx="7957457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WORKFORCEIQ AI | ENTERPRISE SOLUTION ARCHITECHTURE</a:t>
            </a:r>
            <a:br>
              <a:rPr lang="en-IN" sz="2400" b="1" dirty="0"/>
            </a:br>
            <a:r>
              <a:rPr lang="en-IN" sz="2400" b="1" dirty="0"/>
              <a:t>                                                                           </a:t>
            </a:r>
            <a:r>
              <a:rPr lang="en-IN" sz="1600" b="1" dirty="0"/>
              <a:t>End-to-End Analytics Workflow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AF2672D-6C34-5D7A-61B4-5102B300BE5B}"/>
              </a:ext>
            </a:extLst>
          </p:cNvPr>
          <p:cNvSpPr/>
          <p:nvPr/>
        </p:nvSpPr>
        <p:spPr>
          <a:xfrm>
            <a:off x="9424198" y="3429000"/>
            <a:ext cx="484632" cy="37011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1F353DBE-6D43-70D8-302E-4CB30A0925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1350016"/>
              </p:ext>
            </p:extLst>
          </p:nvPr>
        </p:nvGraphicFramePr>
        <p:xfrm>
          <a:off x="3472543" y="3799114"/>
          <a:ext cx="12431486" cy="3058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036ECDF-527C-73F4-A16E-52F9EB7C4A20}"/>
              </a:ext>
            </a:extLst>
          </p:cNvPr>
          <p:cNvSpPr txBox="1"/>
          <p:nvPr/>
        </p:nvSpPr>
        <p:spPr>
          <a:xfrm>
            <a:off x="97971" y="5693230"/>
            <a:ext cx="24166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Version 1.0</a:t>
            </a:r>
          </a:p>
          <a:p>
            <a:r>
              <a:rPr lang="en-IN" dirty="0"/>
              <a:t>© </a:t>
            </a:r>
            <a:r>
              <a:rPr lang="en-IN" dirty="0" err="1"/>
              <a:t>WorkForceIQ</a:t>
            </a:r>
            <a:r>
              <a:rPr lang="en-IN" dirty="0"/>
              <a:t> AI</a:t>
            </a:r>
            <a:br>
              <a:rPr lang="en-IN" dirty="0"/>
            </a:br>
            <a:r>
              <a:rPr lang="en-IN" dirty="0"/>
              <a:t>Enterprise Solution Architecture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148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47A36D-391C-C5D4-D140-5F18CA652A16}"/>
              </a:ext>
            </a:extLst>
          </p:cNvPr>
          <p:cNvSpPr/>
          <p:nvPr/>
        </p:nvSpPr>
        <p:spPr>
          <a:xfrm>
            <a:off x="4354286" y="2373085"/>
            <a:ext cx="3483428" cy="20574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FACT_TICKETS</a:t>
            </a:r>
            <a:br>
              <a:rPr lang="en-US" sz="800" dirty="0"/>
            </a:br>
            <a:r>
              <a:rPr lang="en-US" sz="800" dirty="0"/>
              <a:t>Ticket ID</a:t>
            </a:r>
            <a:br>
              <a:rPr lang="en-US" sz="800" dirty="0"/>
            </a:br>
            <a:r>
              <a:rPr lang="en-US" sz="800" dirty="0"/>
              <a:t>Agent ID</a:t>
            </a:r>
            <a:br>
              <a:rPr lang="en-US" sz="800" dirty="0"/>
            </a:br>
            <a:r>
              <a:rPr lang="en-US" sz="800" dirty="0"/>
              <a:t>Created Date</a:t>
            </a:r>
            <a:br>
              <a:rPr lang="en-US" sz="800" dirty="0"/>
            </a:br>
            <a:r>
              <a:rPr lang="en-US" sz="800" dirty="0"/>
              <a:t>Customer Region</a:t>
            </a:r>
            <a:br>
              <a:rPr lang="en-US" sz="800" dirty="0"/>
            </a:br>
            <a:r>
              <a:rPr lang="en-US" sz="800" dirty="0"/>
              <a:t>Category</a:t>
            </a:r>
            <a:br>
              <a:rPr lang="en-US" sz="800" dirty="0"/>
            </a:br>
            <a:r>
              <a:rPr lang="en-US" sz="800" dirty="0"/>
              <a:t>Priority</a:t>
            </a:r>
            <a:br>
              <a:rPr lang="en-US" sz="800" dirty="0"/>
            </a:br>
            <a:r>
              <a:rPr lang="en-US" sz="800" dirty="0"/>
              <a:t>Status</a:t>
            </a:r>
            <a:br>
              <a:rPr lang="en-US" sz="800" dirty="0"/>
            </a:br>
            <a:r>
              <a:rPr lang="en-US" sz="800" dirty="0"/>
              <a:t>Resolution Hours</a:t>
            </a:r>
            <a:br>
              <a:rPr lang="en-US" sz="800" dirty="0"/>
            </a:br>
            <a:r>
              <a:rPr lang="en-US" sz="800" dirty="0"/>
              <a:t>SLA hours</a:t>
            </a:r>
            <a:br>
              <a:rPr lang="en-US" sz="800" dirty="0"/>
            </a:br>
            <a:r>
              <a:rPr lang="en-US" sz="800" dirty="0"/>
              <a:t>SLA met</a:t>
            </a:r>
            <a:br>
              <a:rPr lang="en-US" sz="800" dirty="0"/>
            </a:br>
            <a:r>
              <a:rPr lang="en-US" sz="800" dirty="0"/>
              <a:t>Escalated Flag</a:t>
            </a:r>
            <a:br>
              <a:rPr lang="en-US" sz="800" dirty="0"/>
            </a:br>
            <a:r>
              <a:rPr lang="en-US" sz="800" dirty="0"/>
              <a:t>Backlog age</a:t>
            </a:r>
            <a:br>
              <a:rPr lang="en-US" sz="800" dirty="0"/>
            </a:br>
            <a:r>
              <a:rPr lang="en-US" sz="800" dirty="0"/>
              <a:t>Forecast Month</a:t>
            </a:r>
            <a:br>
              <a:rPr lang="en-US" sz="800" dirty="0"/>
            </a:br>
            <a:r>
              <a:rPr lang="en-US" sz="800" dirty="0"/>
              <a:t>Forecast Tickets</a:t>
            </a:r>
            <a:endParaRPr lang="en-IN" sz="8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D29924-0886-576D-D0A9-E700DE7DCAFE}"/>
              </a:ext>
            </a:extLst>
          </p:cNvPr>
          <p:cNvSpPr/>
          <p:nvPr/>
        </p:nvSpPr>
        <p:spPr>
          <a:xfrm>
            <a:off x="4501242" y="119743"/>
            <a:ext cx="2993571" cy="12518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DIM_DATE</a:t>
            </a:r>
            <a:br>
              <a:rPr lang="en-US" b="1" dirty="0"/>
            </a:br>
            <a:r>
              <a:rPr lang="en-US" sz="800" b="1" dirty="0"/>
              <a:t>Date</a:t>
            </a:r>
            <a:br>
              <a:rPr lang="en-US" sz="800" b="1" dirty="0"/>
            </a:br>
            <a:r>
              <a:rPr lang="en-US" sz="800" b="1" dirty="0"/>
              <a:t>Year</a:t>
            </a:r>
            <a:br>
              <a:rPr lang="en-US" sz="800" b="1" dirty="0"/>
            </a:br>
            <a:r>
              <a:rPr lang="en-US" sz="800" b="1" dirty="0"/>
              <a:t>Quarter</a:t>
            </a:r>
            <a:br>
              <a:rPr lang="en-US" sz="800" b="1" dirty="0"/>
            </a:br>
            <a:r>
              <a:rPr lang="en-US" sz="800" b="1" dirty="0"/>
              <a:t>Month</a:t>
            </a:r>
            <a:br>
              <a:rPr lang="en-US" sz="800" b="1" dirty="0"/>
            </a:br>
            <a:r>
              <a:rPr lang="en-US" sz="800" b="1" dirty="0" err="1"/>
              <a:t>Month</a:t>
            </a:r>
            <a:r>
              <a:rPr lang="en-US" sz="800" b="1" dirty="0"/>
              <a:t> Name</a:t>
            </a:r>
            <a:endParaRPr lang="en-IN" sz="8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288A94-E9E4-B439-D999-783A63263577}"/>
              </a:ext>
            </a:extLst>
          </p:cNvPr>
          <p:cNvSpPr/>
          <p:nvPr/>
        </p:nvSpPr>
        <p:spPr>
          <a:xfrm>
            <a:off x="9198429" y="2797626"/>
            <a:ext cx="2993571" cy="12518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DIM_AGENT</a:t>
            </a:r>
            <a:br>
              <a:rPr lang="en-US" sz="1000" b="1" dirty="0"/>
            </a:br>
            <a:r>
              <a:rPr lang="en-US" sz="800" b="1" dirty="0"/>
              <a:t>Experience</a:t>
            </a:r>
            <a:br>
              <a:rPr lang="en-US" sz="800" b="1" dirty="0"/>
            </a:br>
            <a:r>
              <a:rPr lang="en-US" sz="800" b="1" dirty="0" err="1"/>
              <a:t>UtilizationPercent</a:t>
            </a:r>
            <a:r>
              <a:rPr lang="en-US" sz="800" b="1" dirty="0"/>
              <a:t> </a:t>
            </a:r>
          </a:p>
          <a:p>
            <a:pPr algn="ctr"/>
            <a:r>
              <a:rPr lang="en-US" sz="800" b="1" dirty="0"/>
              <a:t>Agent ID</a:t>
            </a:r>
            <a:br>
              <a:rPr lang="en-US" sz="800" b="1" dirty="0"/>
            </a:br>
            <a:r>
              <a:rPr lang="en-US" sz="800" b="1" dirty="0"/>
              <a:t>Agent Name</a:t>
            </a:r>
            <a:br>
              <a:rPr lang="en-US" sz="800" b="1" dirty="0"/>
            </a:br>
            <a:r>
              <a:rPr lang="en-US" sz="800" b="1" dirty="0"/>
              <a:t>Team </a:t>
            </a:r>
            <a:br>
              <a:rPr lang="en-US" sz="800" b="1" dirty="0"/>
            </a:br>
            <a:r>
              <a:rPr lang="en-US" sz="800" b="1" dirty="0"/>
              <a:t>Cost per ticket</a:t>
            </a:r>
            <a:endParaRPr lang="en-IN" sz="8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9789A0-49C4-24AE-BFA7-8647A0996E2B}"/>
              </a:ext>
            </a:extLst>
          </p:cNvPr>
          <p:cNvSpPr/>
          <p:nvPr/>
        </p:nvSpPr>
        <p:spPr>
          <a:xfrm>
            <a:off x="0" y="2803070"/>
            <a:ext cx="2993571" cy="12518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DIM_REGION</a:t>
            </a:r>
            <a:br>
              <a:rPr lang="en-US" sz="1000" b="1" dirty="0"/>
            </a:br>
            <a:r>
              <a:rPr lang="en-US" sz="800" dirty="0"/>
              <a:t>Region  Name</a:t>
            </a:r>
            <a:endParaRPr lang="en-IN" sz="8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20768E-E4F8-CF32-180A-44F2A5F6861F}"/>
              </a:ext>
            </a:extLst>
          </p:cNvPr>
          <p:cNvSpPr/>
          <p:nvPr/>
        </p:nvSpPr>
        <p:spPr>
          <a:xfrm>
            <a:off x="4501242" y="5486400"/>
            <a:ext cx="2993571" cy="12518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DIM_QUEUE</a:t>
            </a:r>
            <a:br>
              <a:rPr lang="en-US" sz="1000" b="1" dirty="0"/>
            </a:br>
            <a:r>
              <a:rPr lang="en-US" sz="800" b="1" dirty="0"/>
              <a:t>Queue Name</a:t>
            </a:r>
            <a:endParaRPr lang="en-IN" sz="800" b="1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DFBC109-4EFE-0C42-BBB2-C685E8DF93CD}"/>
              </a:ext>
            </a:extLst>
          </p:cNvPr>
          <p:cNvSpPr/>
          <p:nvPr/>
        </p:nvSpPr>
        <p:spPr>
          <a:xfrm>
            <a:off x="2993570" y="3181238"/>
            <a:ext cx="1360715" cy="171562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A922A924-F4CB-F3DB-15A0-417075D8DB75}"/>
              </a:ext>
            </a:extLst>
          </p:cNvPr>
          <p:cNvSpPr/>
          <p:nvPr/>
        </p:nvSpPr>
        <p:spPr>
          <a:xfrm>
            <a:off x="5965371" y="1371600"/>
            <a:ext cx="130629" cy="1001485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138DF0AA-C3BD-5EF6-5A9A-1DF89CF15026}"/>
              </a:ext>
            </a:extLst>
          </p:cNvPr>
          <p:cNvSpPr/>
          <p:nvPr/>
        </p:nvSpPr>
        <p:spPr>
          <a:xfrm>
            <a:off x="5965371" y="4430486"/>
            <a:ext cx="177002" cy="1055914"/>
          </a:xfrm>
          <a:prstGeom prst="up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F809B9C3-1A03-034C-14F0-5D96469E8154}"/>
              </a:ext>
            </a:extLst>
          </p:cNvPr>
          <p:cNvSpPr/>
          <p:nvPr/>
        </p:nvSpPr>
        <p:spPr>
          <a:xfrm flipV="1">
            <a:off x="7837714" y="3181238"/>
            <a:ext cx="1360715" cy="171562"/>
          </a:xfrm>
          <a:prstGeom prst="lef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B634CF-B369-D135-C376-807BE1AC690A}"/>
              </a:ext>
            </a:extLst>
          </p:cNvPr>
          <p:cNvSpPr/>
          <p:nvPr/>
        </p:nvSpPr>
        <p:spPr>
          <a:xfrm>
            <a:off x="0" y="0"/>
            <a:ext cx="3526972" cy="90351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ENTERPRISE STAR SCHEMA</a:t>
            </a:r>
            <a:b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Power BI Dimensional Model</a:t>
            </a:r>
            <a:endParaRPr lang="en-IN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958027-336C-9986-71E1-DFF67C39AD7D}"/>
              </a:ext>
            </a:extLst>
          </p:cNvPr>
          <p:cNvSpPr/>
          <p:nvPr/>
        </p:nvSpPr>
        <p:spPr>
          <a:xfrm>
            <a:off x="10123714" y="5170714"/>
            <a:ext cx="1959429" cy="168728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LEGEND</a:t>
            </a:r>
            <a:br>
              <a:rPr lang="en-US" sz="1000" b="1" dirty="0"/>
            </a:br>
            <a:r>
              <a:rPr lang="en-US" sz="1000" b="1" dirty="0"/>
              <a:t>Fact Table</a:t>
            </a:r>
            <a:br>
              <a:rPr lang="en-US" sz="1000" b="1" dirty="0"/>
            </a:br>
            <a:r>
              <a:rPr lang="en-US" sz="1000" b="1" dirty="0"/>
              <a:t>Dimension Table</a:t>
            </a:r>
            <a:br>
              <a:rPr lang="en-US" sz="1000" b="1" dirty="0"/>
            </a:br>
            <a:r>
              <a:rPr lang="en-US" sz="1000" b="1" dirty="0"/>
              <a:t>            One-to-many Relationships</a:t>
            </a:r>
          </a:p>
          <a:p>
            <a:pPr algn="ctr"/>
            <a:endParaRPr lang="en-IN" sz="1000" b="1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C3CC01B-40CB-D096-1CC0-523A86C3217E}"/>
              </a:ext>
            </a:extLst>
          </p:cNvPr>
          <p:cNvSpPr/>
          <p:nvPr/>
        </p:nvSpPr>
        <p:spPr>
          <a:xfrm flipV="1">
            <a:off x="10374086" y="6085113"/>
            <a:ext cx="321128" cy="206830"/>
          </a:xfrm>
          <a:prstGeom prst="rightArrow">
            <a:avLst>
              <a:gd name="adj1" fmla="val 36207"/>
              <a:gd name="adj2" fmla="val 50000"/>
            </a:avLst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D29924-0886-576D-D0A9-E700DE7DCAFE}"/>
              </a:ext>
            </a:extLst>
          </p:cNvPr>
          <p:cNvSpPr/>
          <p:nvPr/>
        </p:nvSpPr>
        <p:spPr>
          <a:xfrm>
            <a:off x="1" y="5954486"/>
            <a:ext cx="2079170" cy="9035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tx1"/>
                </a:solidFill>
              </a:rPr>
              <a:t>Version 1.0</a:t>
            </a:r>
          </a:p>
          <a:p>
            <a:r>
              <a:rPr lang="en-IN" dirty="0">
                <a:solidFill>
                  <a:schemeClr val="tx1"/>
                </a:solidFill>
              </a:rPr>
              <a:t>© </a:t>
            </a:r>
            <a:r>
              <a:rPr lang="en-IN" dirty="0" err="1">
                <a:solidFill>
                  <a:schemeClr val="tx1"/>
                </a:solidFill>
              </a:rPr>
              <a:t>WorkForceIQ</a:t>
            </a:r>
            <a:r>
              <a:rPr lang="en-IN" dirty="0">
                <a:solidFill>
                  <a:schemeClr val="tx1"/>
                </a:solidFill>
              </a:rPr>
              <a:t> AI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Enterprise Star Schema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366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56BE18E-48A1-C718-A357-534BB4BCC3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219653"/>
              </p:ext>
            </p:extLst>
          </p:nvPr>
        </p:nvGraphicFramePr>
        <p:xfrm>
          <a:off x="-272143" y="1099457"/>
          <a:ext cx="12943114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16BA0AF-99E5-7A3E-A2BB-5CCDED87CB29}"/>
              </a:ext>
            </a:extLst>
          </p:cNvPr>
          <p:cNvSpPr/>
          <p:nvPr/>
        </p:nvSpPr>
        <p:spPr>
          <a:xfrm>
            <a:off x="1328058" y="370115"/>
            <a:ext cx="9851571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ANALYTICS WORKFLOW</a:t>
            </a:r>
            <a:endParaRPr lang="en-IN" sz="28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64177-0CE6-DE6D-AC8F-80974261BB6D}"/>
              </a:ext>
            </a:extLst>
          </p:cNvPr>
          <p:cNvSpPr/>
          <p:nvPr/>
        </p:nvSpPr>
        <p:spPr>
          <a:xfrm>
            <a:off x="0" y="6030686"/>
            <a:ext cx="2242458" cy="827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Version 1.0</a:t>
            </a:r>
          </a:p>
          <a:p>
            <a:r>
              <a:rPr lang="en-IN" dirty="0">
                <a:solidFill>
                  <a:schemeClr val="tx1"/>
                </a:solidFill>
              </a:rPr>
              <a:t>© </a:t>
            </a:r>
            <a:r>
              <a:rPr lang="en-IN" dirty="0" err="1">
                <a:solidFill>
                  <a:schemeClr val="tx1"/>
                </a:solidFill>
              </a:rPr>
              <a:t>WorkForceIQ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Analytics Workflow </a:t>
            </a:r>
            <a:r>
              <a:rPr lang="en-IN" dirty="0"/>
              <a:t>AI</a:t>
            </a:r>
          </a:p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528442-7C29-CCB9-3EBD-377C679889A0}"/>
              </a:ext>
            </a:extLst>
          </p:cNvPr>
          <p:cNvSpPr/>
          <p:nvPr/>
        </p:nvSpPr>
        <p:spPr>
          <a:xfrm>
            <a:off x="5584371" y="5834744"/>
            <a:ext cx="6607629" cy="10232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Outcome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Transform operational data into actionable executive insights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workforce optimization and strategic decision-making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29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343</Words>
  <Application>Microsoft Office PowerPoint</Application>
  <PresentationFormat>Widescreen</PresentationFormat>
  <Paragraphs>45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Ro</dc:creator>
  <cp:lastModifiedBy>Rohan Ro</cp:lastModifiedBy>
  <cp:revision>14</cp:revision>
  <dcterms:created xsi:type="dcterms:W3CDTF">2026-07-04T16:18:34Z</dcterms:created>
  <dcterms:modified xsi:type="dcterms:W3CDTF">2026-07-15T10:04:39Z</dcterms:modified>
</cp:coreProperties>
</file>